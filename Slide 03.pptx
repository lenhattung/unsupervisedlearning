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ink/ink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7"/>
  </p:notesMasterIdLst>
  <p:sldIdLst>
    <p:sldId id="256" r:id="rId2"/>
    <p:sldId id="257" r:id="rId3"/>
    <p:sldId id="258" r:id="rId4"/>
    <p:sldId id="259" r:id="rId5"/>
    <p:sldId id="260" r:id="rId6"/>
    <p:sldId id="261" r:id="rId7"/>
    <p:sldId id="263" r:id="rId8"/>
    <p:sldId id="262" r:id="rId9"/>
    <p:sldId id="264" r:id="rId10"/>
    <p:sldId id="276" r:id="rId11"/>
    <p:sldId id="288" r:id="rId12"/>
    <p:sldId id="265" r:id="rId13"/>
    <p:sldId id="266" r:id="rId14"/>
    <p:sldId id="267" r:id="rId15"/>
    <p:sldId id="268" r:id="rId16"/>
    <p:sldId id="269" r:id="rId17"/>
    <p:sldId id="270" r:id="rId18"/>
    <p:sldId id="285" r:id="rId19"/>
    <p:sldId id="286" r:id="rId20"/>
    <p:sldId id="287" r:id="rId21"/>
    <p:sldId id="271" r:id="rId22"/>
    <p:sldId id="272" r:id="rId23"/>
    <p:sldId id="273" r:id="rId24"/>
    <p:sldId id="274" r:id="rId25"/>
    <p:sldId id="275" r:id="rId26"/>
    <p:sldId id="289" r:id="rId27"/>
    <p:sldId id="290" r:id="rId28"/>
    <p:sldId id="291" r:id="rId29"/>
    <p:sldId id="292" r:id="rId30"/>
    <p:sldId id="279" r:id="rId31"/>
    <p:sldId id="280" r:id="rId32"/>
    <p:sldId id="281" r:id="rId33"/>
    <p:sldId id="282" r:id="rId34"/>
    <p:sldId id="283" r:id="rId35"/>
    <p:sldId id="284"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B9CCF1-A327-4D7E-AAFC-77C57ABE14B1}" v="6" dt="2025-03-02T06:31:33.3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84" autoAdjust="0"/>
  </p:normalViewPr>
  <p:slideViewPr>
    <p:cSldViewPr>
      <p:cViewPr varScale="1">
        <p:scale>
          <a:sx n="76" d="100"/>
          <a:sy n="76" d="100"/>
        </p:scale>
        <p:origin x="56" y="88"/>
      </p:cViewPr>
      <p:guideLst/>
    </p:cSldViewPr>
  </p:slideViewPr>
  <p:notesTextViewPr>
    <p:cViewPr>
      <p:scale>
        <a:sx n="125" d="100"/>
        <a:sy n="125" d="100"/>
      </p:scale>
      <p:origin x="0" y="0"/>
    </p:cViewPr>
  </p:notesText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Nhat Tung" userId="77b0905b33e1f80d" providerId="LiveId" clId="{E7B9CCF1-A327-4D7E-AAFC-77C57ABE14B1}"/>
    <pc:docChg chg="undo custSel addSld delSld modSld sldOrd">
      <pc:chgData name="Le Nhat Tung" userId="77b0905b33e1f80d" providerId="LiveId" clId="{E7B9CCF1-A327-4D7E-AAFC-77C57ABE14B1}" dt="2025-03-02T06:31:33.369" v="859"/>
      <pc:docMkLst>
        <pc:docMk/>
      </pc:docMkLst>
      <pc:sldChg chg="modSp mod">
        <pc:chgData name="Le Nhat Tung" userId="77b0905b33e1f80d" providerId="LiveId" clId="{E7B9CCF1-A327-4D7E-AAFC-77C57ABE14B1}" dt="2025-03-02T03:10:56.753" v="65" actId="20577"/>
        <pc:sldMkLst>
          <pc:docMk/>
          <pc:sldMk cId="4180960959" sldId="256"/>
        </pc:sldMkLst>
        <pc:spChg chg="mod">
          <ac:chgData name="Le Nhat Tung" userId="77b0905b33e1f80d" providerId="LiveId" clId="{E7B9CCF1-A327-4D7E-AAFC-77C57ABE14B1}" dt="2025-03-02T03:10:56.753" v="65" actId="20577"/>
          <ac:spMkLst>
            <pc:docMk/>
            <pc:sldMk cId="4180960959" sldId="256"/>
            <ac:spMk id="3" creationId="{C53E7493-6663-B110-0BA4-DCD80C786155}"/>
          </ac:spMkLst>
        </pc:spChg>
      </pc:sldChg>
      <pc:sldChg chg="modSp new mod modNotesTx">
        <pc:chgData name="Le Nhat Tung" userId="77b0905b33e1f80d" providerId="LiveId" clId="{E7B9CCF1-A327-4D7E-AAFC-77C57ABE14B1}" dt="2025-03-02T03:13:38.594" v="86"/>
        <pc:sldMkLst>
          <pc:docMk/>
          <pc:sldMk cId="4095241378" sldId="257"/>
        </pc:sldMkLst>
        <pc:spChg chg="mod">
          <ac:chgData name="Le Nhat Tung" userId="77b0905b33e1f80d" providerId="LiveId" clId="{E7B9CCF1-A327-4D7E-AAFC-77C57ABE14B1}" dt="2025-03-02T03:12:16.758" v="71" actId="20577"/>
          <ac:spMkLst>
            <pc:docMk/>
            <pc:sldMk cId="4095241378" sldId="257"/>
            <ac:spMk id="2" creationId="{EC286B6F-2149-0E16-3434-EAB948C5F960}"/>
          </ac:spMkLst>
        </pc:spChg>
        <pc:spChg chg="mod">
          <ac:chgData name="Le Nhat Tung" userId="77b0905b33e1f80d" providerId="LiveId" clId="{E7B9CCF1-A327-4D7E-AAFC-77C57ABE14B1}" dt="2025-03-02T03:12:50.863" v="80" actId="2710"/>
          <ac:spMkLst>
            <pc:docMk/>
            <pc:sldMk cId="4095241378" sldId="257"/>
            <ac:spMk id="3" creationId="{E8E38DBD-A214-12F1-BC6C-B13FC78C3CF7}"/>
          </ac:spMkLst>
        </pc:spChg>
      </pc:sldChg>
      <pc:sldChg chg="addSp delSp modSp new mod modNotesTx">
        <pc:chgData name="Le Nhat Tung" userId="77b0905b33e1f80d" providerId="LiveId" clId="{E7B9CCF1-A327-4D7E-AAFC-77C57ABE14B1}" dt="2025-03-02T03:15:23.964" v="92" actId="20577"/>
        <pc:sldMkLst>
          <pc:docMk/>
          <pc:sldMk cId="3147523520" sldId="258"/>
        </pc:sldMkLst>
        <pc:spChg chg="del">
          <ac:chgData name="Le Nhat Tung" userId="77b0905b33e1f80d" providerId="LiveId" clId="{E7B9CCF1-A327-4D7E-AAFC-77C57ABE14B1}" dt="2025-03-02T03:13:18.498" v="82" actId="478"/>
          <ac:spMkLst>
            <pc:docMk/>
            <pc:sldMk cId="3147523520" sldId="258"/>
            <ac:spMk id="2" creationId="{BEC1DE4C-C667-E4D8-2151-031A91370378}"/>
          </ac:spMkLst>
        </pc:spChg>
        <pc:spChg chg="del">
          <ac:chgData name="Le Nhat Tung" userId="77b0905b33e1f80d" providerId="LiveId" clId="{E7B9CCF1-A327-4D7E-AAFC-77C57ABE14B1}" dt="2025-03-02T03:13:18.498" v="82" actId="478"/>
          <ac:spMkLst>
            <pc:docMk/>
            <pc:sldMk cId="3147523520" sldId="258"/>
            <ac:spMk id="3" creationId="{8F37F75E-E1F2-7480-ED65-16A5ACFD70C6}"/>
          </ac:spMkLst>
        </pc:spChg>
        <pc:spChg chg="del">
          <ac:chgData name="Le Nhat Tung" userId="77b0905b33e1f80d" providerId="LiveId" clId="{E7B9CCF1-A327-4D7E-AAFC-77C57ABE14B1}" dt="2025-03-02T03:13:18.498" v="82" actId="478"/>
          <ac:spMkLst>
            <pc:docMk/>
            <pc:sldMk cId="3147523520" sldId="258"/>
            <ac:spMk id="4" creationId="{95953531-4157-1EC7-75A6-AC1BED62B454}"/>
          </ac:spMkLst>
        </pc:spChg>
        <pc:picChg chg="add mod">
          <ac:chgData name="Le Nhat Tung" userId="77b0905b33e1f80d" providerId="LiveId" clId="{E7B9CCF1-A327-4D7E-AAFC-77C57ABE14B1}" dt="2025-03-02T03:13:22.841" v="85" actId="1076"/>
          <ac:picMkLst>
            <pc:docMk/>
            <pc:sldMk cId="3147523520" sldId="258"/>
            <ac:picMk id="6" creationId="{B21A007A-986E-33C2-01C8-68DBE3D205E3}"/>
          </ac:picMkLst>
        </pc:picChg>
      </pc:sldChg>
      <pc:sldChg chg="del">
        <pc:chgData name="Le Nhat Tung" userId="77b0905b33e1f80d" providerId="LiveId" clId="{E7B9CCF1-A327-4D7E-AAFC-77C57ABE14B1}" dt="2025-03-02T03:11:36.219" v="66" actId="47"/>
        <pc:sldMkLst>
          <pc:docMk/>
          <pc:sldMk cId="3479567547" sldId="258"/>
        </pc:sldMkLst>
      </pc:sldChg>
      <pc:sldChg chg="addSp modSp new mod">
        <pc:chgData name="Le Nhat Tung" userId="77b0905b33e1f80d" providerId="LiveId" clId="{E7B9CCF1-A327-4D7E-AAFC-77C57ABE14B1}" dt="2025-03-02T03:16:56.865" v="105" actId="1076"/>
        <pc:sldMkLst>
          <pc:docMk/>
          <pc:sldMk cId="1865405810" sldId="259"/>
        </pc:sldMkLst>
        <pc:spChg chg="mod">
          <ac:chgData name="Le Nhat Tung" userId="77b0905b33e1f80d" providerId="LiveId" clId="{E7B9CCF1-A327-4D7E-AAFC-77C57ABE14B1}" dt="2025-03-02T03:15:51.951" v="94"/>
          <ac:spMkLst>
            <pc:docMk/>
            <pc:sldMk cId="1865405810" sldId="259"/>
            <ac:spMk id="2" creationId="{B87F4B0C-1F20-A165-87B4-B232B02C8DF0}"/>
          </ac:spMkLst>
        </pc:spChg>
        <pc:spChg chg="mod">
          <ac:chgData name="Le Nhat Tung" userId="77b0905b33e1f80d" providerId="LiveId" clId="{E7B9CCF1-A327-4D7E-AAFC-77C57ABE14B1}" dt="2025-03-02T03:16:47.849" v="101" actId="6549"/>
          <ac:spMkLst>
            <pc:docMk/>
            <pc:sldMk cId="1865405810" sldId="259"/>
            <ac:spMk id="3" creationId="{92777841-975F-8578-318E-96F490084524}"/>
          </ac:spMkLst>
        </pc:spChg>
        <pc:picChg chg="add mod">
          <ac:chgData name="Le Nhat Tung" userId="77b0905b33e1f80d" providerId="LiveId" clId="{E7B9CCF1-A327-4D7E-AAFC-77C57ABE14B1}" dt="2025-03-02T03:16:56.865" v="105" actId="1076"/>
          <ac:picMkLst>
            <pc:docMk/>
            <pc:sldMk cId="1865405810" sldId="259"/>
            <ac:picMk id="6" creationId="{720F26DA-CE31-1FC8-DF3F-B9DA8C7573B0}"/>
          </ac:picMkLst>
        </pc:picChg>
      </pc:sldChg>
      <pc:sldChg chg="del">
        <pc:chgData name="Le Nhat Tung" userId="77b0905b33e1f80d" providerId="LiveId" clId="{E7B9CCF1-A327-4D7E-AAFC-77C57ABE14B1}" dt="2025-03-02T03:11:36.219" v="66" actId="47"/>
        <pc:sldMkLst>
          <pc:docMk/>
          <pc:sldMk cId="2889634879" sldId="259"/>
        </pc:sldMkLst>
      </pc:sldChg>
      <pc:sldChg chg="del">
        <pc:chgData name="Le Nhat Tung" userId="77b0905b33e1f80d" providerId="LiveId" clId="{E7B9CCF1-A327-4D7E-AAFC-77C57ABE14B1}" dt="2025-03-02T03:11:36.219" v="66" actId="47"/>
        <pc:sldMkLst>
          <pc:docMk/>
          <pc:sldMk cId="1309040198" sldId="260"/>
        </pc:sldMkLst>
      </pc:sldChg>
      <pc:sldChg chg="addSp modSp new mod">
        <pc:chgData name="Le Nhat Tung" userId="77b0905b33e1f80d" providerId="LiveId" clId="{E7B9CCF1-A327-4D7E-AAFC-77C57ABE14B1}" dt="2025-03-02T03:18:04.778" v="120" actId="1076"/>
        <pc:sldMkLst>
          <pc:docMk/>
          <pc:sldMk cId="2529856316" sldId="260"/>
        </pc:sldMkLst>
        <pc:spChg chg="mod">
          <ac:chgData name="Le Nhat Tung" userId="77b0905b33e1f80d" providerId="LiveId" clId="{E7B9CCF1-A327-4D7E-AAFC-77C57ABE14B1}" dt="2025-03-02T03:17:41.587" v="108"/>
          <ac:spMkLst>
            <pc:docMk/>
            <pc:sldMk cId="2529856316" sldId="260"/>
            <ac:spMk id="2" creationId="{E96F7A94-CA84-4405-9853-62D39250019C}"/>
          </ac:spMkLst>
        </pc:spChg>
        <pc:spChg chg="mod">
          <ac:chgData name="Le Nhat Tung" userId="77b0905b33e1f80d" providerId="LiveId" clId="{E7B9CCF1-A327-4D7E-AAFC-77C57ABE14B1}" dt="2025-03-02T03:17:49.495" v="116" actId="20577"/>
          <ac:spMkLst>
            <pc:docMk/>
            <pc:sldMk cId="2529856316" sldId="260"/>
            <ac:spMk id="3" creationId="{3CB13F59-4B42-6F2A-7088-05C550615DF8}"/>
          </ac:spMkLst>
        </pc:spChg>
        <pc:picChg chg="add mod">
          <ac:chgData name="Le Nhat Tung" userId="77b0905b33e1f80d" providerId="LiveId" clId="{E7B9CCF1-A327-4D7E-AAFC-77C57ABE14B1}" dt="2025-03-02T03:18:04.778" v="120" actId="1076"/>
          <ac:picMkLst>
            <pc:docMk/>
            <pc:sldMk cId="2529856316" sldId="260"/>
            <ac:picMk id="6" creationId="{97645D18-41AA-B9C6-D6A7-E56A7835C0AF}"/>
          </ac:picMkLst>
        </pc:picChg>
      </pc:sldChg>
      <pc:sldChg chg="del">
        <pc:chgData name="Le Nhat Tung" userId="77b0905b33e1f80d" providerId="LiveId" clId="{E7B9CCF1-A327-4D7E-AAFC-77C57ABE14B1}" dt="2025-03-02T03:11:36.219" v="66" actId="47"/>
        <pc:sldMkLst>
          <pc:docMk/>
          <pc:sldMk cId="659353779" sldId="261"/>
        </pc:sldMkLst>
      </pc:sldChg>
      <pc:sldChg chg="addSp modSp new mod">
        <pc:chgData name="Le Nhat Tung" userId="77b0905b33e1f80d" providerId="LiveId" clId="{E7B9CCF1-A327-4D7E-AAFC-77C57ABE14B1}" dt="2025-03-02T03:19:41.991" v="144" actId="122"/>
        <pc:sldMkLst>
          <pc:docMk/>
          <pc:sldMk cId="2011307764" sldId="261"/>
        </pc:sldMkLst>
        <pc:spChg chg="mod">
          <ac:chgData name="Le Nhat Tung" userId="77b0905b33e1f80d" providerId="LiveId" clId="{E7B9CCF1-A327-4D7E-AAFC-77C57ABE14B1}" dt="2025-03-02T03:19:11.108" v="136"/>
          <ac:spMkLst>
            <pc:docMk/>
            <pc:sldMk cId="2011307764" sldId="261"/>
            <ac:spMk id="2" creationId="{E4AEB324-7722-6F70-D404-A9932DB87194}"/>
          </ac:spMkLst>
        </pc:spChg>
        <pc:spChg chg="mod">
          <ac:chgData name="Le Nhat Tung" userId="77b0905b33e1f80d" providerId="LiveId" clId="{E7B9CCF1-A327-4D7E-AAFC-77C57ABE14B1}" dt="2025-03-02T03:19:04.921" v="135" actId="403"/>
          <ac:spMkLst>
            <pc:docMk/>
            <pc:sldMk cId="2011307764" sldId="261"/>
            <ac:spMk id="3" creationId="{39FD485C-56C5-D1B5-1134-BE92A6511471}"/>
          </ac:spMkLst>
        </pc:spChg>
        <pc:spChg chg="add mod">
          <ac:chgData name="Le Nhat Tung" userId="77b0905b33e1f80d" providerId="LiveId" clId="{E7B9CCF1-A327-4D7E-AAFC-77C57ABE14B1}" dt="2025-03-02T03:19:41.991" v="144" actId="122"/>
          <ac:spMkLst>
            <pc:docMk/>
            <pc:sldMk cId="2011307764" sldId="261"/>
            <ac:spMk id="6" creationId="{DDAF99C8-5E25-B86D-FEC7-DC89913918A4}"/>
          </ac:spMkLst>
        </pc:spChg>
      </pc:sldChg>
      <pc:sldChg chg="del">
        <pc:chgData name="Le Nhat Tung" userId="77b0905b33e1f80d" providerId="LiveId" clId="{E7B9CCF1-A327-4D7E-AAFC-77C57ABE14B1}" dt="2025-03-02T03:11:36.219" v="66" actId="47"/>
        <pc:sldMkLst>
          <pc:docMk/>
          <pc:sldMk cId="1904436431" sldId="262"/>
        </pc:sldMkLst>
      </pc:sldChg>
      <pc:sldChg chg="addSp delSp modSp new mod modNotesTx">
        <pc:chgData name="Le Nhat Tung" userId="77b0905b33e1f80d" providerId="LiveId" clId="{E7B9CCF1-A327-4D7E-AAFC-77C57ABE14B1}" dt="2025-03-02T03:22:22.874" v="175"/>
        <pc:sldMkLst>
          <pc:docMk/>
          <pc:sldMk cId="3127997851" sldId="262"/>
        </pc:sldMkLst>
        <pc:spChg chg="mod">
          <ac:chgData name="Le Nhat Tung" userId="77b0905b33e1f80d" providerId="LiveId" clId="{E7B9CCF1-A327-4D7E-AAFC-77C57ABE14B1}" dt="2025-03-02T03:19:55.694" v="147"/>
          <ac:spMkLst>
            <pc:docMk/>
            <pc:sldMk cId="3127997851" sldId="262"/>
            <ac:spMk id="2" creationId="{DCD1ACD8-9B63-809A-B708-74BCCEC5A0CA}"/>
          </ac:spMkLst>
        </pc:spChg>
        <pc:spChg chg="del mod">
          <ac:chgData name="Le Nhat Tung" userId="77b0905b33e1f80d" providerId="LiveId" clId="{E7B9CCF1-A327-4D7E-AAFC-77C57ABE14B1}" dt="2025-03-02T03:20:59.431" v="154" actId="478"/>
          <ac:spMkLst>
            <pc:docMk/>
            <pc:sldMk cId="3127997851" sldId="262"/>
            <ac:spMk id="3" creationId="{E6002587-D28D-7BB2-0047-81BA8357B5C1}"/>
          </ac:spMkLst>
        </pc:spChg>
        <pc:spChg chg="add del mod">
          <ac:chgData name="Le Nhat Tung" userId="77b0905b33e1f80d" providerId="LiveId" clId="{E7B9CCF1-A327-4D7E-AAFC-77C57ABE14B1}" dt="2025-03-02T03:21:02.628" v="155" actId="478"/>
          <ac:spMkLst>
            <pc:docMk/>
            <pc:sldMk cId="3127997851" sldId="262"/>
            <ac:spMk id="6" creationId="{C0ED5750-C24F-199F-9D82-0CB3D92CC328}"/>
          </ac:spMkLst>
        </pc:spChg>
        <pc:picChg chg="add mod">
          <ac:chgData name="Le Nhat Tung" userId="77b0905b33e1f80d" providerId="LiveId" clId="{E7B9CCF1-A327-4D7E-AAFC-77C57ABE14B1}" dt="2025-03-02T03:21:08.089" v="158" actId="1076"/>
          <ac:picMkLst>
            <pc:docMk/>
            <pc:sldMk cId="3127997851" sldId="262"/>
            <ac:picMk id="8" creationId="{CAE8602C-1AF6-692D-C86B-6323AC331A81}"/>
          </ac:picMkLst>
        </pc:picChg>
      </pc:sldChg>
      <pc:sldChg chg="del">
        <pc:chgData name="Le Nhat Tung" userId="77b0905b33e1f80d" providerId="LiveId" clId="{E7B9CCF1-A327-4D7E-AAFC-77C57ABE14B1}" dt="2025-03-02T03:11:36.219" v="66" actId="47"/>
        <pc:sldMkLst>
          <pc:docMk/>
          <pc:sldMk cId="2334234129" sldId="263"/>
        </pc:sldMkLst>
      </pc:sldChg>
      <pc:sldChg chg="addSp delSp modSp add mod">
        <pc:chgData name="Le Nhat Tung" userId="77b0905b33e1f80d" providerId="LiveId" clId="{E7B9CCF1-A327-4D7E-AAFC-77C57ABE14B1}" dt="2025-03-02T03:22:02.867" v="173" actId="1076"/>
        <pc:sldMkLst>
          <pc:docMk/>
          <pc:sldMk cId="3117196901" sldId="263"/>
        </pc:sldMkLst>
        <pc:spChg chg="add mod">
          <ac:chgData name="Le Nhat Tung" userId="77b0905b33e1f80d" providerId="LiveId" clId="{E7B9CCF1-A327-4D7E-AAFC-77C57ABE14B1}" dt="2025-03-02T03:22:02.867" v="173" actId="1076"/>
          <ac:spMkLst>
            <pc:docMk/>
            <pc:sldMk cId="3117196901" sldId="263"/>
            <ac:spMk id="5" creationId="{B8A89763-773C-FED4-B37E-123AEF146E59}"/>
          </ac:spMkLst>
        </pc:spChg>
        <pc:picChg chg="del">
          <ac:chgData name="Le Nhat Tung" userId="77b0905b33e1f80d" providerId="LiveId" clId="{E7B9CCF1-A327-4D7E-AAFC-77C57ABE14B1}" dt="2025-03-02T03:21:39.125" v="160" actId="478"/>
          <ac:picMkLst>
            <pc:docMk/>
            <pc:sldMk cId="3117196901" sldId="263"/>
            <ac:picMk id="8" creationId="{D7CE7A5A-B3EF-228A-A9C2-53113E39E266}"/>
          </ac:picMkLst>
        </pc:picChg>
      </pc:sldChg>
      <pc:sldChg chg="addSp delSp modSp new mod">
        <pc:chgData name="Le Nhat Tung" userId="77b0905b33e1f80d" providerId="LiveId" clId="{E7B9CCF1-A327-4D7E-AAFC-77C57ABE14B1}" dt="2025-03-02T03:23:49.234" v="180" actId="1076"/>
        <pc:sldMkLst>
          <pc:docMk/>
          <pc:sldMk cId="2567893267" sldId="264"/>
        </pc:sldMkLst>
        <pc:spChg chg="mod">
          <ac:chgData name="Le Nhat Tung" userId="77b0905b33e1f80d" providerId="LiveId" clId="{E7B9CCF1-A327-4D7E-AAFC-77C57ABE14B1}" dt="2025-03-02T03:22:55.160" v="176"/>
          <ac:spMkLst>
            <pc:docMk/>
            <pc:sldMk cId="2567893267" sldId="264"/>
            <ac:spMk id="2" creationId="{AB1A4C3C-99D1-D473-F729-9CFB771BA9C4}"/>
          </ac:spMkLst>
        </pc:spChg>
        <pc:spChg chg="del">
          <ac:chgData name="Le Nhat Tung" userId="77b0905b33e1f80d" providerId="LiveId" clId="{E7B9CCF1-A327-4D7E-AAFC-77C57ABE14B1}" dt="2025-03-02T03:23:43.825" v="177" actId="478"/>
          <ac:spMkLst>
            <pc:docMk/>
            <pc:sldMk cId="2567893267" sldId="264"/>
            <ac:spMk id="3" creationId="{EFA667ED-B5AA-E813-B4AF-56C65FB62B72}"/>
          </ac:spMkLst>
        </pc:spChg>
        <pc:picChg chg="add mod">
          <ac:chgData name="Le Nhat Tung" userId="77b0905b33e1f80d" providerId="LiveId" clId="{E7B9CCF1-A327-4D7E-AAFC-77C57ABE14B1}" dt="2025-03-02T03:23:49.234" v="180" actId="1076"/>
          <ac:picMkLst>
            <pc:docMk/>
            <pc:sldMk cId="2567893267" sldId="264"/>
            <ac:picMk id="6" creationId="{4FDB5C51-CB1D-E968-DA4E-3801C73E05A2}"/>
          </ac:picMkLst>
        </pc:picChg>
      </pc:sldChg>
      <pc:sldChg chg="del">
        <pc:chgData name="Le Nhat Tung" userId="77b0905b33e1f80d" providerId="LiveId" clId="{E7B9CCF1-A327-4D7E-AAFC-77C57ABE14B1}" dt="2025-03-02T03:11:36.219" v="66" actId="47"/>
        <pc:sldMkLst>
          <pc:docMk/>
          <pc:sldMk cId="3031369477" sldId="264"/>
        </pc:sldMkLst>
      </pc:sldChg>
      <pc:sldChg chg="modSp new mod">
        <pc:chgData name="Le Nhat Tung" userId="77b0905b33e1f80d" providerId="LiveId" clId="{E7B9CCF1-A327-4D7E-AAFC-77C57ABE14B1}" dt="2025-03-02T03:26:29.279" v="201" actId="114"/>
        <pc:sldMkLst>
          <pc:docMk/>
          <pc:sldMk cId="762689674" sldId="265"/>
        </pc:sldMkLst>
        <pc:spChg chg="mod">
          <ac:chgData name="Le Nhat Tung" userId="77b0905b33e1f80d" providerId="LiveId" clId="{E7B9CCF1-A327-4D7E-AAFC-77C57ABE14B1}" dt="2025-03-02T03:25:49.215" v="183" actId="404"/>
          <ac:spMkLst>
            <pc:docMk/>
            <pc:sldMk cId="762689674" sldId="265"/>
            <ac:spMk id="2" creationId="{1DA2FEC9-8F30-B7AD-1BE2-3CCFD3F42729}"/>
          </ac:spMkLst>
        </pc:spChg>
        <pc:spChg chg="mod">
          <ac:chgData name="Le Nhat Tung" userId="77b0905b33e1f80d" providerId="LiveId" clId="{E7B9CCF1-A327-4D7E-AAFC-77C57ABE14B1}" dt="2025-03-02T03:26:29.279" v="201" actId="114"/>
          <ac:spMkLst>
            <pc:docMk/>
            <pc:sldMk cId="762689674" sldId="265"/>
            <ac:spMk id="3" creationId="{DE1ADC27-9639-51F2-647B-1BAC2DD422EC}"/>
          </ac:spMkLst>
        </pc:spChg>
      </pc:sldChg>
      <pc:sldChg chg="del">
        <pc:chgData name="Le Nhat Tung" userId="77b0905b33e1f80d" providerId="LiveId" clId="{E7B9CCF1-A327-4D7E-AAFC-77C57ABE14B1}" dt="2025-03-02T03:11:36.219" v="66" actId="47"/>
        <pc:sldMkLst>
          <pc:docMk/>
          <pc:sldMk cId="2979812234" sldId="265"/>
        </pc:sldMkLst>
      </pc:sldChg>
      <pc:sldChg chg="modSp new del mod">
        <pc:chgData name="Le Nhat Tung" userId="77b0905b33e1f80d" providerId="LiveId" clId="{E7B9CCF1-A327-4D7E-AAFC-77C57ABE14B1}" dt="2025-03-02T03:26:42.536" v="204" actId="47"/>
        <pc:sldMkLst>
          <pc:docMk/>
          <pc:sldMk cId="1675353097" sldId="266"/>
        </pc:sldMkLst>
        <pc:spChg chg="mod">
          <ac:chgData name="Le Nhat Tung" userId="77b0905b33e1f80d" providerId="LiveId" clId="{E7B9CCF1-A327-4D7E-AAFC-77C57ABE14B1}" dt="2025-03-02T03:26:39.380" v="203"/>
          <ac:spMkLst>
            <pc:docMk/>
            <pc:sldMk cId="1675353097" sldId="266"/>
            <ac:spMk id="2" creationId="{1C274538-5ADB-37D7-E574-940C29126335}"/>
          </ac:spMkLst>
        </pc:spChg>
      </pc:sldChg>
      <pc:sldChg chg="modSp add mod">
        <pc:chgData name="Le Nhat Tung" userId="77b0905b33e1f80d" providerId="LiveId" clId="{E7B9CCF1-A327-4D7E-AAFC-77C57ABE14B1}" dt="2025-03-02T03:29:40.628" v="355" actId="20577"/>
        <pc:sldMkLst>
          <pc:docMk/>
          <pc:sldMk cId="2702505295" sldId="266"/>
        </pc:sldMkLst>
        <pc:spChg chg="mod">
          <ac:chgData name="Le Nhat Tung" userId="77b0905b33e1f80d" providerId="LiveId" clId="{E7B9CCF1-A327-4D7E-AAFC-77C57ABE14B1}" dt="2025-03-02T03:29:40.628" v="355" actId="20577"/>
          <ac:spMkLst>
            <pc:docMk/>
            <pc:sldMk cId="2702505295" sldId="266"/>
            <ac:spMk id="3" creationId="{ED25CAC2-52D0-656E-B991-A1856038228B}"/>
          </ac:spMkLst>
        </pc:spChg>
      </pc:sldChg>
      <pc:sldChg chg="del">
        <pc:chgData name="Le Nhat Tung" userId="77b0905b33e1f80d" providerId="LiveId" clId="{E7B9CCF1-A327-4D7E-AAFC-77C57ABE14B1}" dt="2025-03-02T03:11:36.219" v="66" actId="47"/>
        <pc:sldMkLst>
          <pc:docMk/>
          <pc:sldMk cId="3036564678" sldId="266"/>
        </pc:sldMkLst>
      </pc:sldChg>
      <pc:sldChg chg="modSp new mod">
        <pc:chgData name="Le Nhat Tung" userId="77b0905b33e1f80d" providerId="LiveId" clId="{E7B9CCF1-A327-4D7E-AAFC-77C57ABE14B1}" dt="2025-03-02T03:30:04.221" v="361" actId="404"/>
        <pc:sldMkLst>
          <pc:docMk/>
          <pc:sldMk cId="803737210" sldId="267"/>
        </pc:sldMkLst>
        <pc:spChg chg="mod">
          <ac:chgData name="Le Nhat Tung" userId="77b0905b33e1f80d" providerId="LiveId" clId="{E7B9CCF1-A327-4D7E-AAFC-77C57ABE14B1}" dt="2025-03-02T03:30:04.221" v="361" actId="404"/>
          <ac:spMkLst>
            <pc:docMk/>
            <pc:sldMk cId="803737210" sldId="267"/>
            <ac:spMk id="2" creationId="{CCED2EE1-3420-62BB-A937-BA6C5CC5F6D7}"/>
          </ac:spMkLst>
        </pc:spChg>
        <pc:spChg chg="mod">
          <ac:chgData name="Le Nhat Tung" userId="77b0905b33e1f80d" providerId="LiveId" clId="{E7B9CCF1-A327-4D7E-AAFC-77C57ABE14B1}" dt="2025-03-02T03:29:56.298" v="359" actId="20577"/>
          <ac:spMkLst>
            <pc:docMk/>
            <pc:sldMk cId="803737210" sldId="267"/>
            <ac:spMk id="3" creationId="{8E65296D-4430-266B-2DAD-BA3B19FB67D4}"/>
          </ac:spMkLst>
        </pc:spChg>
      </pc:sldChg>
      <pc:sldChg chg="del">
        <pc:chgData name="Le Nhat Tung" userId="77b0905b33e1f80d" providerId="LiveId" clId="{E7B9CCF1-A327-4D7E-AAFC-77C57ABE14B1}" dt="2025-03-02T03:11:36.219" v="66" actId="47"/>
        <pc:sldMkLst>
          <pc:docMk/>
          <pc:sldMk cId="1190438287" sldId="267"/>
        </pc:sldMkLst>
      </pc:sldChg>
      <pc:sldChg chg="modSp add mod">
        <pc:chgData name="Le Nhat Tung" userId="77b0905b33e1f80d" providerId="LiveId" clId="{E7B9CCF1-A327-4D7E-AAFC-77C57ABE14B1}" dt="2025-03-02T03:31:12.414" v="375" actId="403"/>
        <pc:sldMkLst>
          <pc:docMk/>
          <pc:sldMk cId="2366199259" sldId="268"/>
        </pc:sldMkLst>
        <pc:spChg chg="mod">
          <ac:chgData name="Le Nhat Tung" userId="77b0905b33e1f80d" providerId="LiveId" clId="{E7B9CCF1-A327-4D7E-AAFC-77C57ABE14B1}" dt="2025-03-02T03:31:12.414" v="375" actId="403"/>
          <ac:spMkLst>
            <pc:docMk/>
            <pc:sldMk cId="2366199259" sldId="268"/>
            <ac:spMk id="3" creationId="{82E2FE04-8CFC-9CCD-6FC7-03B988B69227}"/>
          </ac:spMkLst>
        </pc:spChg>
      </pc:sldChg>
      <pc:sldChg chg="del">
        <pc:chgData name="Le Nhat Tung" userId="77b0905b33e1f80d" providerId="LiveId" clId="{E7B9CCF1-A327-4D7E-AAFC-77C57ABE14B1}" dt="2025-03-02T03:11:36.219" v="66" actId="47"/>
        <pc:sldMkLst>
          <pc:docMk/>
          <pc:sldMk cId="4181368557" sldId="268"/>
        </pc:sldMkLst>
      </pc:sldChg>
      <pc:sldChg chg="del">
        <pc:chgData name="Le Nhat Tung" userId="77b0905b33e1f80d" providerId="LiveId" clId="{E7B9CCF1-A327-4D7E-AAFC-77C57ABE14B1}" dt="2025-03-02T03:11:36.219" v="66" actId="47"/>
        <pc:sldMkLst>
          <pc:docMk/>
          <pc:sldMk cId="22386930" sldId="269"/>
        </pc:sldMkLst>
      </pc:sldChg>
      <pc:sldChg chg="modSp new mod">
        <pc:chgData name="Le Nhat Tung" userId="77b0905b33e1f80d" providerId="LiveId" clId="{E7B9CCF1-A327-4D7E-AAFC-77C57ABE14B1}" dt="2025-03-02T03:32:27.967" v="383" actId="20577"/>
        <pc:sldMkLst>
          <pc:docMk/>
          <pc:sldMk cId="4182016329" sldId="269"/>
        </pc:sldMkLst>
        <pc:spChg chg="mod">
          <ac:chgData name="Le Nhat Tung" userId="77b0905b33e1f80d" providerId="LiveId" clId="{E7B9CCF1-A327-4D7E-AAFC-77C57ABE14B1}" dt="2025-03-02T03:31:35.077" v="378" actId="404"/>
          <ac:spMkLst>
            <pc:docMk/>
            <pc:sldMk cId="4182016329" sldId="269"/>
            <ac:spMk id="2" creationId="{DB013DBF-DBA2-69EE-10E4-56DC49319C0B}"/>
          </ac:spMkLst>
        </pc:spChg>
        <pc:spChg chg="mod">
          <ac:chgData name="Le Nhat Tung" userId="77b0905b33e1f80d" providerId="LiveId" clId="{E7B9CCF1-A327-4D7E-AAFC-77C57ABE14B1}" dt="2025-03-02T03:32:27.967" v="383" actId="20577"/>
          <ac:spMkLst>
            <pc:docMk/>
            <pc:sldMk cId="4182016329" sldId="269"/>
            <ac:spMk id="3" creationId="{75F9C4CD-EA4A-0E03-25E3-973D3473522C}"/>
          </ac:spMkLst>
        </pc:spChg>
      </pc:sldChg>
      <pc:sldChg chg="del">
        <pc:chgData name="Le Nhat Tung" userId="77b0905b33e1f80d" providerId="LiveId" clId="{E7B9CCF1-A327-4D7E-AAFC-77C57ABE14B1}" dt="2025-03-02T03:11:36.219" v="66" actId="47"/>
        <pc:sldMkLst>
          <pc:docMk/>
          <pc:sldMk cId="2299488303" sldId="270"/>
        </pc:sldMkLst>
      </pc:sldChg>
      <pc:sldChg chg="addSp delSp modSp new mod">
        <pc:chgData name="Le Nhat Tung" userId="77b0905b33e1f80d" providerId="LiveId" clId="{E7B9CCF1-A327-4D7E-AAFC-77C57ABE14B1}" dt="2025-03-02T04:14:23.151" v="820" actId="22"/>
        <pc:sldMkLst>
          <pc:docMk/>
          <pc:sldMk cId="3362136566" sldId="270"/>
        </pc:sldMkLst>
        <pc:spChg chg="mod">
          <ac:chgData name="Le Nhat Tung" userId="77b0905b33e1f80d" providerId="LiveId" clId="{E7B9CCF1-A327-4D7E-AAFC-77C57ABE14B1}" dt="2025-03-02T03:32:36.616" v="387" actId="404"/>
          <ac:spMkLst>
            <pc:docMk/>
            <pc:sldMk cId="3362136566" sldId="270"/>
            <ac:spMk id="2" creationId="{3F0DA913-E1CC-B070-7F35-B81FC62048C2}"/>
          </ac:spMkLst>
        </pc:spChg>
        <pc:spChg chg="mod">
          <ac:chgData name="Le Nhat Tung" userId="77b0905b33e1f80d" providerId="LiveId" clId="{E7B9CCF1-A327-4D7E-AAFC-77C57ABE14B1}" dt="2025-03-02T03:33:36.210" v="403" actId="20577"/>
          <ac:spMkLst>
            <pc:docMk/>
            <pc:sldMk cId="3362136566" sldId="270"/>
            <ac:spMk id="3" creationId="{1B11E05D-281C-9887-99E6-E898BDDF9CA3}"/>
          </ac:spMkLst>
        </pc:spChg>
        <pc:picChg chg="add del">
          <ac:chgData name="Le Nhat Tung" userId="77b0905b33e1f80d" providerId="LiveId" clId="{E7B9CCF1-A327-4D7E-AAFC-77C57ABE14B1}" dt="2025-03-02T04:14:23.151" v="820" actId="22"/>
          <ac:picMkLst>
            <pc:docMk/>
            <pc:sldMk cId="3362136566" sldId="270"/>
            <ac:picMk id="6" creationId="{C8F29C78-8683-FA44-0C0B-68828864A25A}"/>
          </ac:picMkLst>
        </pc:picChg>
      </pc:sldChg>
      <pc:sldChg chg="del">
        <pc:chgData name="Le Nhat Tung" userId="77b0905b33e1f80d" providerId="LiveId" clId="{E7B9CCF1-A327-4D7E-AAFC-77C57ABE14B1}" dt="2025-03-02T03:11:36.219" v="66" actId="47"/>
        <pc:sldMkLst>
          <pc:docMk/>
          <pc:sldMk cId="285230370" sldId="271"/>
        </pc:sldMkLst>
      </pc:sldChg>
      <pc:sldChg chg="addSp delSp modSp new mod">
        <pc:chgData name="Le Nhat Tung" userId="77b0905b33e1f80d" providerId="LiveId" clId="{E7B9CCF1-A327-4D7E-AAFC-77C57ABE14B1}" dt="2025-03-02T03:34:19.688" v="408" actId="1076"/>
        <pc:sldMkLst>
          <pc:docMk/>
          <pc:sldMk cId="3813043303" sldId="271"/>
        </pc:sldMkLst>
        <pc:spChg chg="del">
          <ac:chgData name="Le Nhat Tung" userId="77b0905b33e1f80d" providerId="LiveId" clId="{E7B9CCF1-A327-4D7E-AAFC-77C57ABE14B1}" dt="2025-03-02T03:34:13.549" v="405" actId="478"/>
          <ac:spMkLst>
            <pc:docMk/>
            <pc:sldMk cId="3813043303" sldId="271"/>
            <ac:spMk id="2" creationId="{76FC2E45-4E8A-91D3-692F-C736224DBAAC}"/>
          </ac:spMkLst>
        </pc:spChg>
        <pc:spChg chg="del">
          <ac:chgData name="Le Nhat Tung" userId="77b0905b33e1f80d" providerId="LiveId" clId="{E7B9CCF1-A327-4D7E-AAFC-77C57ABE14B1}" dt="2025-03-02T03:34:13.549" v="405" actId="478"/>
          <ac:spMkLst>
            <pc:docMk/>
            <pc:sldMk cId="3813043303" sldId="271"/>
            <ac:spMk id="3" creationId="{7B258886-AA9F-5335-A80F-8E83E75A4BC4}"/>
          </ac:spMkLst>
        </pc:spChg>
        <pc:spChg chg="del">
          <ac:chgData name="Le Nhat Tung" userId="77b0905b33e1f80d" providerId="LiveId" clId="{E7B9CCF1-A327-4D7E-AAFC-77C57ABE14B1}" dt="2025-03-02T03:34:13.549" v="405" actId="478"/>
          <ac:spMkLst>
            <pc:docMk/>
            <pc:sldMk cId="3813043303" sldId="271"/>
            <ac:spMk id="4" creationId="{6F6CE388-1F37-6E9D-EE71-E5A78492F098}"/>
          </ac:spMkLst>
        </pc:spChg>
        <pc:picChg chg="add mod">
          <ac:chgData name="Le Nhat Tung" userId="77b0905b33e1f80d" providerId="LiveId" clId="{E7B9CCF1-A327-4D7E-AAFC-77C57ABE14B1}" dt="2025-03-02T03:34:19.688" v="408" actId="1076"/>
          <ac:picMkLst>
            <pc:docMk/>
            <pc:sldMk cId="3813043303" sldId="271"/>
            <ac:picMk id="6" creationId="{59EA0794-61F7-2BAB-BEEE-0896AA5A9124}"/>
          </ac:picMkLst>
        </pc:picChg>
      </pc:sldChg>
      <pc:sldChg chg="del">
        <pc:chgData name="Le Nhat Tung" userId="77b0905b33e1f80d" providerId="LiveId" clId="{E7B9CCF1-A327-4D7E-AAFC-77C57ABE14B1}" dt="2025-03-02T03:11:36.219" v="66" actId="47"/>
        <pc:sldMkLst>
          <pc:docMk/>
          <pc:sldMk cId="472965230" sldId="272"/>
        </pc:sldMkLst>
      </pc:sldChg>
      <pc:sldChg chg="addSp delSp modSp new mod modNotesTx">
        <pc:chgData name="Le Nhat Tung" userId="77b0905b33e1f80d" providerId="LiveId" clId="{E7B9CCF1-A327-4D7E-AAFC-77C57ABE14B1}" dt="2025-03-02T03:53:28.373" v="506"/>
        <pc:sldMkLst>
          <pc:docMk/>
          <pc:sldMk cId="974386484" sldId="272"/>
        </pc:sldMkLst>
        <pc:spChg chg="mod">
          <ac:chgData name="Le Nhat Tung" userId="77b0905b33e1f80d" providerId="LiveId" clId="{E7B9CCF1-A327-4D7E-AAFC-77C57ABE14B1}" dt="2025-03-02T03:38:52.978" v="418" actId="20577"/>
          <ac:spMkLst>
            <pc:docMk/>
            <pc:sldMk cId="974386484" sldId="272"/>
            <ac:spMk id="2" creationId="{BCCCCF0D-BD53-7ACA-C4EC-9D0262F0802E}"/>
          </ac:spMkLst>
        </pc:spChg>
        <pc:spChg chg="del">
          <ac:chgData name="Le Nhat Tung" userId="77b0905b33e1f80d" providerId="LiveId" clId="{E7B9CCF1-A327-4D7E-AAFC-77C57ABE14B1}" dt="2025-03-02T03:39:43.589" v="419" actId="478"/>
          <ac:spMkLst>
            <pc:docMk/>
            <pc:sldMk cId="974386484" sldId="272"/>
            <ac:spMk id="3" creationId="{642BFB86-E3DB-6077-C724-CFA0DBB77005}"/>
          </ac:spMkLst>
        </pc:spChg>
        <pc:picChg chg="add mod">
          <ac:chgData name="Le Nhat Tung" userId="77b0905b33e1f80d" providerId="LiveId" clId="{E7B9CCF1-A327-4D7E-AAFC-77C57ABE14B1}" dt="2025-03-02T03:39:48.121" v="422" actId="1076"/>
          <ac:picMkLst>
            <pc:docMk/>
            <pc:sldMk cId="974386484" sldId="272"/>
            <ac:picMk id="6" creationId="{B0C2C027-4C1A-DBF9-BE25-832A1CA1C787}"/>
          </ac:picMkLst>
        </pc:picChg>
      </pc:sldChg>
      <pc:sldChg chg="addSp delSp new mod modNotesTx">
        <pc:chgData name="Le Nhat Tung" userId="77b0905b33e1f80d" providerId="LiveId" clId="{E7B9CCF1-A327-4D7E-AAFC-77C57ABE14B1}" dt="2025-03-02T03:53:40.456" v="507"/>
        <pc:sldMkLst>
          <pc:docMk/>
          <pc:sldMk cId="197870826" sldId="273"/>
        </pc:sldMkLst>
        <pc:spChg chg="del">
          <ac:chgData name="Le Nhat Tung" userId="77b0905b33e1f80d" providerId="LiveId" clId="{E7B9CCF1-A327-4D7E-AAFC-77C57ABE14B1}" dt="2025-03-02T03:41:17.959" v="424" actId="478"/>
          <ac:spMkLst>
            <pc:docMk/>
            <pc:sldMk cId="197870826" sldId="273"/>
            <ac:spMk id="2" creationId="{E153F8D9-2484-45AA-4DE4-401A057FD8B2}"/>
          </ac:spMkLst>
        </pc:spChg>
        <pc:spChg chg="del">
          <ac:chgData name="Le Nhat Tung" userId="77b0905b33e1f80d" providerId="LiveId" clId="{E7B9CCF1-A327-4D7E-AAFC-77C57ABE14B1}" dt="2025-03-02T03:41:17.959" v="424" actId="478"/>
          <ac:spMkLst>
            <pc:docMk/>
            <pc:sldMk cId="197870826" sldId="273"/>
            <ac:spMk id="3" creationId="{5B8F2D8B-6F9F-0CA1-7227-6C8D8EB21D32}"/>
          </ac:spMkLst>
        </pc:spChg>
        <pc:spChg chg="del">
          <ac:chgData name="Le Nhat Tung" userId="77b0905b33e1f80d" providerId="LiveId" clId="{E7B9CCF1-A327-4D7E-AAFC-77C57ABE14B1}" dt="2025-03-02T03:41:17.959" v="424" actId="478"/>
          <ac:spMkLst>
            <pc:docMk/>
            <pc:sldMk cId="197870826" sldId="273"/>
            <ac:spMk id="4" creationId="{78CAB8B3-A400-6D00-9F0C-AD0FC8DBE3C6}"/>
          </ac:spMkLst>
        </pc:spChg>
        <pc:picChg chg="add">
          <ac:chgData name="Le Nhat Tung" userId="77b0905b33e1f80d" providerId="LiveId" clId="{E7B9CCF1-A327-4D7E-AAFC-77C57ABE14B1}" dt="2025-03-02T03:41:18.376" v="425" actId="22"/>
          <ac:picMkLst>
            <pc:docMk/>
            <pc:sldMk cId="197870826" sldId="273"/>
            <ac:picMk id="6" creationId="{117F95C4-3927-8CA7-1647-0650F5A537AE}"/>
          </ac:picMkLst>
        </pc:picChg>
      </pc:sldChg>
      <pc:sldChg chg="del">
        <pc:chgData name="Le Nhat Tung" userId="77b0905b33e1f80d" providerId="LiveId" clId="{E7B9CCF1-A327-4D7E-AAFC-77C57ABE14B1}" dt="2025-03-02T03:11:36.219" v="66" actId="47"/>
        <pc:sldMkLst>
          <pc:docMk/>
          <pc:sldMk cId="3066018345" sldId="273"/>
        </pc:sldMkLst>
      </pc:sldChg>
      <pc:sldChg chg="addSp delSp modSp new mod modNotesTx">
        <pc:chgData name="Le Nhat Tung" userId="77b0905b33e1f80d" providerId="LiveId" clId="{E7B9CCF1-A327-4D7E-AAFC-77C57ABE14B1}" dt="2025-03-02T03:54:00.327" v="508"/>
        <pc:sldMkLst>
          <pc:docMk/>
          <pc:sldMk cId="1920698637" sldId="274"/>
        </pc:sldMkLst>
        <pc:spChg chg="del">
          <ac:chgData name="Le Nhat Tung" userId="77b0905b33e1f80d" providerId="LiveId" clId="{E7B9CCF1-A327-4D7E-AAFC-77C57ABE14B1}" dt="2025-03-02T03:41:32.711" v="427" actId="478"/>
          <ac:spMkLst>
            <pc:docMk/>
            <pc:sldMk cId="1920698637" sldId="274"/>
            <ac:spMk id="2" creationId="{BC7C696C-DC85-50BD-CB80-8D6AF219CD00}"/>
          </ac:spMkLst>
        </pc:spChg>
        <pc:spChg chg="del">
          <ac:chgData name="Le Nhat Tung" userId="77b0905b33e1f80d" providerId="LiveId" clId="{E7B9CCF1-A327-4D7E-AAFC-77C57ABE14B1}" dt="2025-03-02T03:41:32.711" v="427" actId="478"/>
          <ac:spMkLst>
            <pc:docMk/>
            <pc:sldMk cId="1920698637" sldId="274"/>
            <ac:spMk id="3" creationId="{A587C862-0B3F-F016-123F-F0350634CD1B}"/>
          </ac:spMkLst>
        </pc:spChg>
        <pc:spChg chg="del">
          <ac:chgData name="Le Nhat Tung" userId="77b0905b33e1f80d" providerId="LiveId" clId="{E7B9CCF1-A327-4D7E-AAFC-77C57ABE14B1}" dt="2025-03-02T03:41:32.711" v="427" actId="478"/>
          <ac:spMkLst>
            <pc:docMk/>
            <pc:sldMk cId="1920698637" sldId="274"/>
            <ac:spMk id="4" creationId="{D8F222F2-F50D-9D3D-9E1D-E7C602B7F169}"/>
          </ac:spMkLst>
        </pc:spChg>
        <pc:picChg chg="add mod">
          <ac:chgData name="Le Nhat Tung" userId="77b0905b33e1f80d" providerId="LiveId" clId="{E7B9CCF1-A327-4D7E-AAFC-77C57ABE14B1}" dt="2025-03-02T03:42:02.726" v="433" actId="14100"/>
          <ac:picMkLst>
            <pc:docMk/>
            <pc:sldMk cId="1920698637" sldId="274"/>
            <ac:picMk id="6" creationId="{6D6B7651-2C7A-A67F-4667-21751EBCE070}"/>
          </ac:picMkLst>
        </pc:picChg>
      </pc:sldChg>
      <pc:sldChg chg="del">
        <pc:chgData name="Le Nhat Tung" userId="77b0905b33e1f80d" providerId="LiveId" clId="{E7B9CCF1-A327-4D7E-AAFC-77C57ABE14B1}" dt="2025-03-02T03:11:36.219" v="66" actId="47"/>
        <pc:sldMkLst>
          <pc:docMk/>
          <pc:sldMk cId="2681572744" sldId="274"/>
        </pc:sldMkLst>
      </pc:sldChg>
      <pc:sldChg chg="addSp delSp new mod modNotesTx">
        <pc:chgData name="Le Nhat Tung" userId="77b0905b33e1f80d" providerId="LiveId" clId="{E7B9CCF1-A327-4D7E-AAFC-77C57ABE14B1}" dt="2025-03-02T03:54:18.616" v="509"/>
        <pc:sldMkLst>
          <pc:docMk/>
          <pc:sldMk cId="158733307" sldId="275"/>
        </pc:sldMkLst>
        <pc:spChg chg="del">
          <ac:chgData name="Le Nhat Tung" userId="77b0905b33e1f80d" providerId="LiveId" clId="{E7B9CCF1-A327-4D7E-AAFC-77C57ABE14B1}" dt="2025-03-02T03:43:10.537" v="435" actId="478"/>
          <ac:spMkLst>
            <pc:docMk/>
            <pc:sldMk cId="158733307" sldId="275"/>
            <ac:spMk id="2" creationId="{62DAA3F0-F090-CC69-2791-EA436247E9CD}"/>
          </ac:spMkLst>
        </pc:spChg>
        <pc:spChg chg="del">
          <ac:chgData name="Le Nhat Tung" userId="77b0905b33e1f80d" providerId="LiveId" clId="{E7B9CCF1-A327-4D7E-AAFC-77C57ABE14B1}" dt="2025-03-02T03:43:10.537" v="435" actId="478"/>
          <ac:spMkLst>
            <pc:docMk/>
            <pc:sldMk cId="158733307" sldId="275"/>
            <ac:spMk id="3" creationId="{02F94819-4B4D-E6BB-DCF7-56600F3A969E}"/>
          </ac:spMkLst>
        </pc:spChg>
        <pc:spChg chg="del">
          <ac:chgData name="Le Nhat Tung" userId="77b0905b33e1f80d" providerId="LiveId" clId="{E7B9CCF1-A327-4D7E-AAFC-77C57ABE14B1}" dt="2025-03-02T03:43:10.537" v="435" actId="478"/>
          <ac:spMkLst>
            <pc:docMk/>
            <pc:sldMk cId="158733307" sldId="275"/>
            <ac:spMk id="4" creationId="{F19F87CD-2575-EAE6-9F6C-6B9F11D6B2FC}"/>
          </ac:spMkLst>
        </pc:spChg>
        <pc:picChg chg="add">
          <ac:chgData name="Le Nhat Tung" userId="77b0905b33e1f80d" providerId="LiveId" clId="{E7B9CCF1-A327-4D7E-AAFC-77C57ABE14B1}" dt="2025-03-02T03:43:10.860" v="436" actId="22"/>
          <ac:picMkLst>
            <pc:docMk/>
            <pc:sldMk cId="158733307" sldId="275"/>
            <ac:picMk id="6" creationId="{35E7AB60-9EAF-FE58-8B1D-45AF6348CDE0}"/>
          </ac:picMkLst>
        </pc:picChg>
      </pc:sldChg>
      <pc:sldChg chg="del">
        <pc:chgData name="Le Nhat Tung" userId="77b0905b33e1f80d" providerId="LiveId" clId="{E7B9CCF1-A327-4D7E-AAFC-77C57ABE14B1}" dt="2025-03-02T03:11:36.219" v="66" actId="47"/>
        <pc:sldMkLst>
          <pc:docMk/>
          <pc:sldMk cId="413064458" sldId="275"/>
        </pc:sldMkLst>
      </pc:sldChg>
      <pc:sldChg chg="addSp delSp modSp new mod ord modNotesTx">
        <pc:chgData name="Le Nhat Tung" userId="77b0905b33e1f80d" providerId="LiveId" clId="{E7B9CCF1-A327-4D7E-AAFC-77C57ABE14B1}" dt="2025-03-02T03:47:34.221" v="475"/>
        <pc:sldMkLst>
          <pc:docMk/>
          <pc:sldMk cId="1174118995" sldId="276"/>
        </pc:sldMkLst>
        <pc:spChg chg="mod">
          <ac:chgData name="Le Nhat Tung" userId="77b0905b33e1f80d" providerId="LiveId" clId="{E7B9CCF1-A327-4D7E-AAFC-77C57ABE14B1}" dt="2025-03-02T03:45:02.122" v="466" actId="20577"/>
          <ac:spMkLst>
            <pc:docMk/>
            <pc:sldMk cId="1174118995" sldId="276"/>
            <ac:spMk id="2" creationId="{C5EE449D-EC18-8646-D5BD-16011FBCFD1E}"/>
          </ac:spMkLst>
        </pc:spChg>
        <pc:spChg chg="del">
          <ac:chgData name="Le Nhat Tung" userId="77b0905b33e1f80d" providerId="LiveId" clId="{E7B9CCF1-A327-4D7E-AAFC-77C57ABE14B1}" dt="2025-03-02T03:45:34.915" v="467" actId="478"/>
          <ac:spMkLst>
            <pc:docMk/>
            <pc:sldMk cId="1174118995" sldId="276"/>
            <ac:spMk id="3" creationId="{9118206B-F2B4-8EA0-C8DB-20957E7F5ED9}"/>
          </ac:spMkLst>
        </pc:spChg>
        <pc:spChg chg="add del">
          <ac:chgData name="Le Nhat Tung" userId="77b0905b33e1f80d" providerId="LiveId" clId="{E7B9CCF1-A327-4D7E-AAFC-77C57ABE14B1}" dt="2025-03-02T03:46:01.375" v="471" actId="22"/>
          <ac:spMkLst>
            <pc:docMk/>
            <pc:sldMk cId="1174118995" sldId="276"/>
            <ac:spMk id="8" creationId="{830316BE-A1BC-0F31-B0A2-4AFFDC31B913}"/>
          </ac:spMkLst>
        </pc:spChg>
        <pc:spChg chg="add mod">
          <ac:chgData name="Le Nhat Tung" userId="77b0905b33e1f80d" providerId="LiveId" clId="{E7B9CCF1-A327-4D7E-AAFC-77C57ABE14B1}" dt="2025-03-02T03:46:05.799" v="474" actId="1076"/>
          <ac:spMkLst>
            <pc:docMk/>
            <pc:sldMk cId="1174118995" sldId="276"/>
            <ac:spMk id="10" creationId="{3E606AF4-5879-988F-F65D-2773EAC3B8C7}"/>
          </ac:spMkLst>
        </pc:spChg>
        <pc:picChg chg="add del">
          <ac:chgData name="Le Nhat Tung" userId="77b0905b33e1f80d" providerId="LiveId" clId="{E7B9CCF1-A327-4D7E-AAFC-77C57ABE14B1}" dt="2025-03-02T03:45:40.786" v="469" actId="478"/>
          <ac:picMkLst>
            <pc:docMk/>
            <pc:sldMk cId="1174118995" sldId="276"/>
            <ac:picMk id="6" creationId="{1BD9BB91-22A0-FD75-DCB1-D8A5DA942BED}"/>
          </ac:picMkLst>
        </pc:picChg>
      </pc:sldChg>
      <pc:sldChg chg="del">
        <pc:chgData name="Le Nhat Tung" userId="77b0905b33e1f80d" providerId="LiveId" clId="{E7B9CCF1-A327-4D7E-AAFC-77C57ABE14B1}" dt="2025-03-02T03:11:36.219" v="66" actId="47"/>
        <pc:sldMkLst>
          <pc:docMk/>
          <pc:sldMk cId="3154249524" sldId="276"/>
        </pc:sldMkLst>
      </pc:sldChg>
      <pc:sldChg chg="del">
        <pc:chgData name="Le Nhat Tung" userId="77b0905b33e1f80d" providerId="LiveId" clId="{E7B9CCF1-A327-4D7E-AAFC-77C57ABE14B1}" dt="2025-03-02T03:11:36.219" v="66" actId="47"/>
        <pc:sldMkLst>
          <pc:docMk/>
          <pc:sldMk cId="517762750" sldId="277"/>
        </pc:sldMkLst>
      </pc:sldChg>
      <pc:sldChg chg="addSp delSp modSp new del mod modNotesTx">
        <pc:chgData name="Le Nhat Tung" userId="77b0905b33e1f80d" providerId="LiveId" clId="{E7B9CCF1-A327-4D7E-AAFC-77C57ABE14B1}" dt="2025-03-02T05:55:16.103" v="858" actId="47"/>
        <pc:sldMkLst>
          <pc:docMk/>
          <pc:sldMk cId="2604633801" sldId="277"/>
        </pc:sldMkLst>
        <pc:spChg chg="del">
          <ac:chgData name="Le Nhat Tung" userId="77b0905b33e1f80d" providerId="LiveId" clId="{E7B9CCF1-A327-4D7E-AAFC-77C57ABE14B1}" dt="2025-03-02T03:48:09.927" v="477" actId="478"/>
          <ac:spMkLst>
            <pc:docMk/>
            <pc:sldMk cId="2604633801" sldId="277"/>
            <ac:spMk id="2" creationId="{72E72255-0425-60C1-814C-D3FB4A91872B}"/>
          </ac:spMkLst>
        </pc:spChg>
        <pc:spChg chg="del">
          <ac:chgData name="Le Nhat Tung" userId="77b0905b33e1f80d" providerId="LiveId" clId="{E7B9CCF1-A327-4D7E-AAFC-77C57ABE14B1}" dt="2025-03-02T03:48:09.927" v="477" actId="478"/>
          <ac:spMkLst>
            <pc:docMk/>
            <pc:sldMk cId="2604633801" sldId="277"/>
            <ac:spMk id="3" creationId="{49ACD827-D8FD-4AD2-01E8-407210584CD5}"/>
          </ac:spMkLst>
        </pc:spChg>
        <pc:spChg chg="del">
          <ac:chgData name="Le Nhat Tung" userId="77b0905b33e1f80d" providerId="LiveId" clId="{E7B9CCF1-A327-4D7E-AAFC-77C57ABE14B1}" dt="2025-03-02T03:48:09.927" v="477" actId="478"/>
          <ac:spMkLst>
            <pc:docMk/>
            <pc:sldMk cId="2604633801" sldId="277"/>
            <ac:spMk id="4" creationId="{B2F7BA24-382C-1B53-25F3-D6E33141E32F}"/>
          </ac:spMkLst>
        </pc:spChg>
        <pc:picChg chg="add mod modCrop">
          <ac:chgData name="Le Nhat Tung" userId="77b0905b33e1f80d" providerId="LiveId" clId="{E7B9CCF1-A327-4D7E-AAFC-77C57ABE14B1}" dt="2025-03-02T04:18:55.824" v="834" actId="14100"/>
          <ac:picMkLst>
            <pc:docMk/>
            <pc:sldMk cId="2604633801" sldId="277"/>
            <ac:picMk id="6" creationId="{6C19EA8F-8C55-693C-29EC-42C602821C4F}"/>
          </ac:picMkLst>
        </pc:picChg>
        <pc:picChg chg="add mod modCrop">
          <ac:chgData name="Le Nhat Tung" userId="77b0905b33e1f80d" providerId="LiveId" clId="{E7B9CCF1-A327-4D7E-AAFC-77C57ABE14B1}" dt="2025-03-02T03:49:02.353" v="492" actId="1076"/>
          <ac:picMkLst>
            <pc:docMk/>
            <pc:sldMk cId="2604633801" sldId="277"/>
            <ac:picMk id="8" creationId="{7865208E-D953-5676-CCDF-E5B4F266AE00}"/>
          </ac:picMkLst>
        </pc:picChg>
      </pc:sldChg>
      <pc:sldChg chg="addSp delSp modSp new del mod modNotesTx">
        <pc:chgData name="Le Nhat Tung" userId="77b0905b33e1f80d" providerId="LiveId" clId="{E7B9CCF1-A327-4D7E-AAFC-77C57ABE14B1}" dt="2025-03-02T05:55:16.103" v="858" actId="47"/>
        <pc:sldMkLst>
          <pc:docMk/>
          <pc:sldMk cId="3332822262" sldId="278"/>
        </pc:sldMkLst>
        <pc:spChg chg="del">
          <ac:chgData name="Le Nhat Tung" userId="77b0905b33e1f80d" providerId="LiveId" clId="{E7B9CCF1-A327-4D7E-AAFC-77C57ABE14B1}" dt="2025-03-02T03:49:30.901" v="496" actId="478"/>
          <ac:spMkLst>
            <pc:docMk/>
            <pc:sldMk cId="3332822262" sldId="278"/>
            <ac:spMk id="2" creationId="{927A18AC-5D1C-1FFA-BF3C-AFE3E29E3D7A}"/>
          </ac:spMkLst>
        </pc:spChg>
        <pc:spChg chg="del">
          <ac:chgData name="Le Nhat Tung" userId="77b0905b33e1f80d" providerId="LiveId" clId="{E7B9CCF1-A327-4D7E-AAFC-77C57ABE14B1}" dt="2025-03-02T03:49:30.901" v="496" actId="478"/>
          <ac:spMkLst>
            <pc:docMk/>
            <pc:sldMk cId="3332822262" sldId="278"/>
            <ac:spMk id="3" creationId="{464C5CAD-E125-1F90-B05D-6B21113D8225}"/>
          </ac:spMkLst>
        </pc:spChg>
        <pc:spChg chg="del">
          <ac:chgData name="Le Nhat Tung" userId="77b0905b33e1f80d" providerId="LiveId" clId="{E7B9CCF1-A327-4D7E-AAFC-77C57ABE14B1}" dt="2025-03-02T03:49:30.901" v="496" actId="478"/>
          <ac:spMkLst>
            <pc:docMk/>
            <pc:sldMk cId="3332822262" sldId="278"/>
            <ac:spMk id="4" creationId="{53D0DBD5-5381-72F0-5404-02031E66AF43}"/>
          </ac:spMkLst>
        </pc:spChg>
        <pc:picChg chg="add del">
          <ac:chgData name="Le Nhat Tung" userId="77b0905b33e1f80d" providerId="LiveId" clId="{E7B9CCF1-A327-4D7E-AAFC-77C57ABE14B1}" dt="2025-03-02T03:49:30.901" v="496" actId="478"/>
          <ac:picMkLst>
            <pc:docMk/>
            <pc:sldMk cId="3332822262" sldId="278"/>
            <ac:picMk id="6" creationId="{EF0A9E8F-61A8-6453-28BD-5F53EE282247}"/>
          </ac:picMkLst>
        </pc:picChg>
        <pc:picChg chg="add mod modCrop">
          <ac:chgData name="Le Nhat Tung" userId="77b0905b33e1f80d" providerId="LiveId" clId="{E7B9CCF1-A327-4D7E-AAFC-77C57ABE14B1}" dt="2025-03-02T04:19:34.365" v="836" actId="1076"/>
          <ac:picMkLst>
            <pc:docMk/>
            <pc:sldMk cId="3332822262" sldId="278"/>
            <ac:picMk id="8" creationId="{246AA471-88C8-3940-003C-CC0C4D90812B}"/>
          </ac:picMkLst>
        </pc:picChg>
        <pc:picChg chg="add mod modCrop">
          <ac:chgData name="Le Nhat Tung" userId="77b0905b33e1f80d" providerId="LiveId" clId="{E7B9CCF1-A327-4D7E-AAFC-77C57ABE14B1}" dt="2025-03-02T04:19:42.132" v="838" actId="1076"/>
          <ac:picMkLst>
            <pc:docMk/>
            <pc:sldMk cId="3332822262" sldId="278"/>
            <ac:picMk id="10" creationId="{264784E1-918F-CDE7-390A-FC6A80E517D3}"/>
          </ac:picMkLst>
        </pc:picChg>
      </pc:sldChg>
      <pc:sldChg chg="del">
        <pc:chgData name="Le Nhat Tung" userId="77b0905b33e1f80d" providerId="LiveId" clId="{E7B9CCF1-A327-4D7E-AAFC-77C57ABE14B1}" dt="2025-03-02T03:11:36.219" v="66" actId="47"/>
        <pc:sldMkLst>
          <pc:docMk/>
          <pc:sldMk cId="4279037747" sldId="278"/>
        </pc:sldMkLst>
      </pc:sldChg>
      <pc:sldChg chg="del">
        <pc:chgData name="Le Nhat Tung" userId="77b0905b33e1f80d" providerId="LiveId" clId="{E7B9CCF1-A327-4D7E-AAFC-77C57ABE14B1}" dt="2025-03-02T03:11:36.219" v="66" actId="47"/>
        <pc:sldMkLst>
          <pc:docMk/>
          <pc:sldMk cId="1278656550" sldId="279"/>
        </pc:sldMkLst>
      </pc:sldChg>
      <pc:sldChg chg="modSp new mod">
        <pc:chgData name="Le Nhat Tung" userId="77b0905b33e1f80d" providerId="LiveId" clId="{E7B9CCF1-A327-4D7E-AAFC-77C57ABE14B1}" dt="2025-03-02T03:55:39.161" v="521" actId="27636"/>
        <pc:sldMkLst>
          <pc:docMk/>
          <pc:sldMk cId="2504320797" sldId="279"/>
        </pc:sldMkLst>
        <pc:spChg chg="mod">
          <ac:chgData name="Le Nhat Tung" userId="77b0905b33e1f80d" providerId="LiveId" clId="{E7B9CCF1-A327-4D7E-AAFC-77C57ABE14B1}" dt="2025-03-02T03:54:42.530" v="510"/>
          <ac:spMkLst>
            <pc:docMk/>
            <pc:sldMk cId="2504320797" sldId="279"/>
            <ac:spMk id="2" creationId="{B26D13E8-14AC-97D7-BF7B-E50D3623BC66}"/>
          </ac:spMkLst>
        </pc:spChg>
        <pc:spChg chg="mod">
          <ac:chgData name="Le Nhat Tung" userId="77b0905b33e1f80d" providerId="LiveId" clId="{E7B9CCF1-A327-4D7E-AAFC-77C57ABE14B1}" dt="2025-03-02T03:55:39.161" v="521" actId="27636"/>
          <ac:spMkLst>
            <pc:docMk/>
            <pc:sldMk cId="2504320797" sldId="279"/>
            <ac:spMk id="3" creationId="{9E4F2404-A43F-89AD-B719-7EDFB3BB0983}"/>
          </ac:spMkLst>
        </pc:spChg>
      </pc:sldChg>
      <pc:sldChg chg="addSp modSp add mod">
        <pc:chgData name="Le Nhat Tung" userId="77b0905b33e1f80d" providerId="LiveId" clId="{E7B9CCF1-A327-4D7E-AAFC-77C57ABE14B1}" dt="2025-03-02T03:56:40.918" v="531" actId="1076"/>
        <pc:sldMkLst>
          <pc:docMk/>
          <pc:sldMk cId="1414010017" sldId="280"/>
        </pc:sldMkLst>
        <pc:spChg chg="mod">
          <ac:chgData name="Le Nhat Tung" userId="77b0905b33e1f80d" providerId="LiveId" clId="{E7B9CCF1-A327-4D7E-AAFC-77C57ABE14B1}" dt="2025-03-02T03:56:09.386" v="529"/>
          <ac:spMkLst>
            <pc:docMk/>
            <pc:sldMk cId="1414010017" sldId="280"/>
            <ac:spMk id="3" creationId="{042D399E-8E0A-7E6F-45E4-265FE36D02ED}"/>
          </ac:spMkLst>
        </pc:spChg>
        <pc:picChg chg="add mod">
          <ac:chgData name="Le Nhat Tung" userId="77b0905b33e1f80d" providerId="LiveId" clId="{E7B9CCF1-A327-4D7E-AAFC-77C57ABE14B1}" dt="2025-03-02T03:56:40.918" v="531" actId="1076"/>
          <ac:picMkLst>
            <pc:docMk/>
            <pc:sldMk cId="1414010017" sldId="280"/>
            <ac:picMk id="6" creationId="{1929BCD6-E2D1-541A-E2E7-8AE9612648AC}"/>
          </ac:picMkLst>
        </pc:picChg>
      </pc:sldChg>
      <pc:sldChg chg="del">
        <pc:chgData name="Le Nhat Tung" userId="77b0905b33e1f80d" providerId="LiveId" clId="{E7B9CCF1-A327-4D7E-AAFC-77C57ABE14B1}" dt="2025-03-02T03:11:36.219" v="66" actId="47"/>
        <pc:sldMkLst>
          <pc:docMk/>
          <pc:sldMk cId="2141372343" sldId="280"/>
        </pc:sldMkLst>
      </pc:sldChg>
      <pc:sldChg chg="addSp modSp new mod">
        <pc:chgData name="Le Nhat Tung" userId="77b0905b33e1f80d" providerId="LiveId" clId="{E7B9CCF1-A327-4D7E-AAFC-77C57ABE14B1}" dt="2025-03-02T03:57:30.240" v="538" actId="1076"/>
        <pc:sldMkLst>
          <pc:docMk/>
          <pc:sldMk cId="685476151" sldId="281"/>
        </pc:sldMkLst>
        <pc:spChg chg="mod">
          <ac:chgData name="Le Nhat Tung" userId="77b0905b33e1f80d" providerId="LiveId" clId="{E7B9CCF1-A327-4D7E-AAFC-77C57ABE14B1}" dt="2025-03-02T03:56:58.443" v="534"/>
          <ac:spMkLst>
            <pc:docMk/>
            <pc:sldMk cId="685476151" sldId="281"/>
            <ac:spMk id="2" creationId="{5C549B84-349B-4E1E-867A-3FF075F8BA47}"/>
          </ac:spMkLst>
        </pc:spChg>
        <pc:spChg chg="mod">
          <ac:chgData name="Le Nhat Tung" userId="77b0905b33e1f80d" providerId="LiveId" clId="{E7B9CCF1-A327-4D7E-AAFC-77C57ABE14B1}" dt="2025-03-02T03:57:09.530" v="536"/>
          <ac:spMkLst>
            <pc:docMk/>
            <pc:sldMk cId="685476151" sldId="281"/>
            <ac:spMk id="3" creationId="{2DC8A974-103D-E91B-455D-F69C6BE056E8}"/>
          </ac:spMkLst>
        </pc:spChg>
        <pc:picChg chg="add mod">
          <ac:chgData name="Le Nhat Tung" userId="77b0905b33e1f80d" providerId="LiveId" clId="{E7B9CCF1-A327-4D7E-AAFC-77C57ABE14B1}" dt="2025-03-02T03:57:30.240" v="538" actId="1076"/>
          <ac:picMkLst>
            <pc:docMk/>
            <pc:sldMk cId="685476151" sldId="281"/>
            <ac:picMk id="6" creationId="{0A4307EE-B9BB-2B16-8F0E-652433A3F20B}"/>
          </ac:picMkLst>
        </pc:picChg>
      </pc:sldChg>
      <pc:sldChg chg="del">
        <pc:chgData name="Le Nhat Tung" userId="77b0905b33e1f80d" providerId="LiveId" clId="{E7B9CCF1-A327-4D7E-AAFC-77C57ABE14B1}" dt="2025-03-02T03:11:36.219" v="66" actId="47"/>
        <pc:sldMkLst>
          <pc:docMk/>
          <pc:sldMk cId="2486155980" sldId="281"/>
        </pc:sldMkLst>
      </pc:sldChg>
      <pc:sldChg chg="modSp new mod">
        <pc:chgData name="Le Nhat Tung" userId="77b0905b33e1f80d" providerId="LiveId" clId="{E7B9CCF1-A327-4D7E-AAFC-77C57ABE14B1}" dt="2025-03-02T04:08:31.660" v="805" actId="20577"/>
        <pc:sldMkLst>
          <pc:docMk/>
          <pc:sldMk cId="1123643234" sldId="282"/>
        </pc:sldMkLst>
        <pc:spChg chg="mod">
          <ac:chgData name="Le Nhat Tung" userId="77b0905b33e1f80d" providerId="LiveId" clId="{E7B9CCF1-A327-4D7E-AAFC-77C57ABE14B1}" dt="2025-03-02T04:08:06.580" v="625" actId="20577"/>
          <ac:spMkLst>
            <pc:docMk/>
            <pc:sldMk cId="1123643234" sldId="282"/>
            <ac:spMk id="2" creationId="{47EDEB42-8C9F-78D0-4F66-6E577D870137}"/>
          </ac:spMkLst>
        </pc:spChg>
        <pc:spChg chg="mod">
          <ac:chgData name="Le Nhat Tung" userId="77b0905b33e1f80d" providerId="LiveId" clId="{E7B9CCF1-A327-4D7E-AAFC-77C57ABE14B1}" dt="2025-03-02T04:08:31.660" v="805" actId="20577"/>
          <ac:spMkLst>
            <pc:docMk/>
            <pc:sldMk cId="1123643234" sldId="282"/>
            <ac:spMk id="3" creationId="{0AC074B3-D67E-5BB1-2A2F-B21AD4E3D9E4}"/>
          </ac:spMkLst>
        </pc:spChg>
      </pc:sldChg>
      <pc:sldChg chg="modSp new del mod">
        <pc:chgData name="Le Nhat Tung" userId="77b0905b33e1f80d" providerId="LiveId" clId="{E7B9CCF1-A327-4D7E-AAFC-77C57ABE14B1}" dt="2025-03-02T04:08:01.471" v="600" actId="47"/>
        <pc:sldMkLst>
          <pc:docMk/>
          <pc:sldMk cId="2817071789" sldId="282"/>
        </pc:sldMkLst>
        <pc:spChg chg="mod">
          <ac:chgData name="Le Nhat Tung" userId="77b0905b33e1f80d" providerId="LiveId" clId="{E7B9CCF1-A327-4D7E-AAFC-77C57ABE14B1}" dt="2025-03-02T03:58:15.926" v="546" actId="404"/>
          <ac:spMkLst>
            <pc:docMk/>
            <pc:sldMk cId="2817071789" sldId="282"/>
            <ac:spMk id="2" creationId="{F9A234EA-94DA-0153-CC91-C9E211AB8C51}"/>
          </ac:spMkLst>
        </pc:spChg>
        <pc:spChg chg="mod">
          <ac:chgData name="Le Nhat Tung" userId="77b0905b33e1f80d" providerId="LiveId" clId="{E7B9CCF1-A327-4D7E-AAFC-77C57ABE14B1}" dt="2025-03-02T04:00:55.922" v="568" actId="20577"/>
          <ac:spMkLst>
            <pc:docMk/>
            <pc:sldMk cId="2817071789" sldId="282"/>
            <ac:spMk id="3" creationId="{CFEBDD33-EF02-06DA-8C54-5347D7313F1D}"/>
          </ac:spMkLst>
        </pc:spChg>
      </pc:sldChg>
      <pc:sldChg chg="del">
        <pc:chgData name="Le Nhat Tung" userId="77b0905b33e1f80d" providerId="LiveId" clId="{E7B9CCF1-A327-4D7E-AAFC-77C57ABE14B1}" dt="2025-03-02T03:11:36.219" v="66" actId="47"/>
        <pc:sldMkLst>
          <pc:docMk/>
          <pc:sldMk cId="3545201096" sldId="282"/>
        </pc:sldMkLst>
      </pc:sldChg>
      <pc:sldChg chg="addSp delSp modSp new del mod">
        <pc:chgData name="Le Nhat Tung" userId="77b0905b33e1f80d" providerId="LiveId" clId="{E7B9CCF1-A327-4D7E-AAFC-77C57ABE14B1}" dt="2025-03-02T04:08:01.471" v="600" actId="47"/>
        <pc:sldMkLst>
          <pc:docMk/>
          <pc:sldMk cId="828766899" sldId="283"/>
        </pc:sldMkLst>
        <pc:spChg chg="mod">
          <ac:chgData name="Le Nhat Tung" userId="77b0905b33e1f80d" providerId="LiveId" clId="{E7B9CCF1-A327-4D7E-AAFC-77C57ABE14B1}" dt="2025-03-02T04:01:03.569" v="590" actId="20577"/>
          <ac:spMkLst>
            <pc:docMk/>
            <pc:sldMk cId="828766899" sldId="283"/>
            <ac:spMk id="2" creationId="{0EC26771-F00F-32B4-7A9C-56F6DF0955EB}"/>
          </ac:spMkLst>
        </pc:spChg>
        <pc:spChg chg="del">
          <ac:chgData name="Le Nhat Tung" userId="77b0905b33e1f80d" providerId="LiveId" clId="{E7B9CCF1-A327-4D7E-AAFC-77C57ABE14B1}" dt="2025-03-02T04:01:07.418" v="591" actId="478"/>
          <ac:spMkLst>
            <pc:docMk/>
            <pc:sldMk cId="828766899" sldId="283"/>
            <ac:spMk id="3" creationId="{D6930A04-6DEB-78DC-4CF8-C679DF0B7FA0}"/>
          </ac:spMkLst>
        </pc:spChg>
        <pc:spChg chg="add mod">
          <ac:chgData name="Le Nhat Tung" userId="77b0905b33e1f80d" providerId="LiveId" clId="{E7B9CCF1-A327-4D7E-AAFC-77C57ABE14B1}" dt="2025-03-02T04:01:31.425" v="598" actId="1076"/>
          <ac:spMkLst>
            <pc:docMk/>
            <pc:sldMk cId="828766899" sldId="283"/>
            <ac:spMk id="6" creationId="{FB393B43-5072-0C7B-A99E-DA84D306C18E}"/>
          </ac:spMkLst>
        </pc:spChg>
      </pc:sldChg>
      <pc:sldChg chg="modSp new mod">
        <pc:chgData name="Le Nhat Tung" userId="77b0905b33e1f80d" providerId="LiveId" clId="{E7B9CCF1-A327-4D7E-AAFC-77C57ABE14B1}" dt="2025-03-02T04:09:02.359" v="814" actId="27636"/>
        <pc:sldMkLst>
          <pc:docMk/>
          <pc:sldMk cId="1241680214" sldId="283"/>
        </pc:sldMkLst>
        <pc:spChg chg="mod">
          <ac:chgData name="Le Nhat Tung" userId="77b0905b33e1f80d" providerId="LiveId" clId="{E7B9CCF1-A327-4D7E-AAFC-77C57ABE14B1}" dt="2025-03-02T04:09:02.359" v="814" actId="27636"/>
          <ac:spMkLst>
            <pc:docMk/>
            <pc:sldMk cId="1241680214" sldId="283"/>
            <ac:spMk id="2" creationId="{577CAB51-582B-F408-91CE-3DE13363EB3A}"/>
          </ac:spMkLst>
        </pc:spChg>
        <pc:spChg chg="mod">
          <ac:chgData name="Le Nhat Tung" userId="77b0905b33e1f80d" providerId="LiveId" clId="{E7B9CCF1-A327-4D7E-AAFC-77C57ABE14B1}" dt="2025-03-02T04:08:59.786" v="810" actId="27636"/>
          <ac:spMkLst>
            <pc:docMk/>
            <pc:sldMk cId="1241680214" sldId="283"/>
            <ac:spMk id="3" creationId="{86044550-B405-D513-BBFB-A76D23C3F3D1}"/>
          </ac:spMkLst>
        </pc:spChg>
      </pc:sldChg>
      <pc:sldChg chg="del">
        <pc:chgData name="Le Nhat Tung" userId="77b0905b33e1f80d" providerId="LiveId" clId="{E7B9CCF1-A327-4D7E-AAFC-77C57ABE14B1}" dt="2025-03-02T03:11:36.219" v="66" actId="47"/>
        <pc:sldMkLst>
          <pc:docMk/>
          <pc:sldMk cId="1704049707" sldId="283"/>
        </pc:sldMkLst>
      </pc:sldChg>
      <pc:sldChg chg="del">
        <pc:chgData name="Le Nhat Tung" userId="77b0905b33e1f80d" providerId="LiveId" clId="{E7B9CCF1-A327-4D7E-AAFC-77C57ABE14B1}" dt="2025-03-02T03:11:36.219" v="66" actId="47"/>
        <pc:sldMkLst>
          <pc:docMk/>
          <pc:sldMk cId="1229374212" sldId="284"/>
        </pc:sldMkLst>
      </pc:sldChg>
      <pc:sldChg chg="modSp new mod">
        <pc:chgData name="Le Nhat Tung" userId="77b0905b33e1f80d" providerId="LiveId" clId="{E7B9CCF1-A327-4D7E-AAFC-77C57ABE14B1}" dt="2025-03-02T04:09:23.925" v="818" actId="27636"/>
        <pc:sldMkLst>
          <pc:docMk/>
          <pc:sldMk cId="2206830717" sldId="284"/>
        </pc:sldMkLst>
        <pc:spChg chg="mod">
          <ac:chgData name="Le Nhat Tung" userId="77b0905b33e1f80d" providerId="LiveId" clId="{E7B9CCF1-A327-4D7E-AAFC-77C57ABE14B1}" dt="2025-03-02T04:09:16.120" v="816"/>
          <ac:spMkLst>
            <pc:docMk/>
            <pc:sldMk cId="2206830717" sldId="284"/>
            <ac:spMk id="2" creationId="{5D534F93-9AA0-F47E-7DAA-EC1DE0EE7E8E}"/>
          </ac:spMkLst>
        </pc:spChg>
        <pc:spChg chg="mod">
          <ac:chgData name="Le Nhat Tung" userId="77b0905b33e1f80d" providerId="LiveId" clId="{E7B9CCF1-A327-4D7E-AAFC-77C57ABE14B1}" dt="2025-03-02T04:09:23.925" v="818" actId="27636"/>
          <ac:spMkLst>
            <pc:docMk/>
            <pc:sldMk cId="2206830717" sldId="284"/>
            <ac:spMk id="3" creationId="{70FFB961-1A30-935C-16B6-74C107EDAE9A}"/>
          </ac:spMkLst>
        </pc:spChg>
      </pc:sldChg>
      <pc:sldChg chg="new del">
        <pc:chgData name="Le Nhat Tung" userId="77b0905b33e1f80d" providerId="LiveId" clId="{E7B9CCF1-A327-4D7E-AAFC-77C57ABE14B1}" dt="2025-03-02T04:08:01.471" v="600" actId="47"/>
        <pc:sldMkLst>
          <pc:docMk/>
          <pc:sldMk cId="3455136213" sldId="284"/>
        </pc:sldMkLst>
      </pc:sldChg>
      <pc:sldChg chg="del">
        <pc:chgData name="Le Nhat Tung" userId="77b0905b33e1f80d" providerId="LiveId" clId="{E7B9CCF1-A327-4D7E-AAFC-77C57ABE14B1}" dt="2025-03-02T03:11:36.219" v="66" actId="47"/>
        <pc:sldMkLst>
          <pc:docMk/>
          <pc:sldMk cId="809267024" sldId="285"/>
        </pc:sldMkLst>
      </pc:sldChg>
      <pc:sldChg chg="addSp delSp modSp new mod modNotesTx">
        <pc:chgData name="Le Nhat Tung" userId="77b0905b33e1f80d" providerId="LiveId" clId="{E7B9CCF1-A327-4D7E-AAFC-77C57ABE14B1}" dt="2025-03-02T06:31:33.369" v="859"/>
        <pc:sldMkLst>
          <pc:docMk/>
          <pc:sldMk cId="1654180963" sldId="285"/>
        </pc:sldMkLst>
        <pc:picChg chg="add del">
          <ac:chgData name="Le Nhat Tung" userId="77b0905b33e1f80d" providerId="LiveId" clId="{E7B9CCF1-A327-4D7E-AAFC-77C57ABE14B1}" dt="2025-03-02T04:17:02.891" v="824" actId="478"/>
          <ac:picMkLst>
            <pc:docMk/>
            <pc:sldMk cId="1654180963" sldId="285"/>
            <ac:picMk id="6" creationId="{39AD89FA-5AFF-8BFC-1E75-52664AAF0091}"/>
          </ac:picMkLst>
        </pc:picChg>
        <pc:picChg chg="add mod">
          <ac:chgData name="Le Nhat Tung" userId="77b0905b33e1f80d" providerId="LiveId" clId="{E7B9CCF1-A327-4D7E-AAFC-77C57ABE14B1}" dt="2025-03-02T04:17:11.794" v="827" actId="1076"/>
          <ac:picMkLst>
            <pc:docMk/>
            <pc:sldMk cId="1654180963" sldId="285"/>
            <ac:picMk id="8" creationId="{56E0A895-E4DE-0916-25DB-2E94274BDFC4}"/>
          </ac:picMkLst>
        </pc:picChg>
        <pc:inkChg chg="add">
          <ac:chgData name="Le Nhat Tung" userId="77b0905b33e1f80d" providerId="LiveId" clId="{E7B9CCF1-A327-4D7E-AAFC-77C57ABE14B1}" dt="2025-03-02T06:31:33.369" v="859"/>
          <ac:inkMkLst>
            <pc:docMk/>
            <pc:sldMk cId="1654180963" sldId="285"/>
            <ac:inkMk id="5" creationId="{1AEB61F1-017F-9A84-805D-90FA31C716D4}"/>
          </ac:inkMkLst>
        </pc:inkChg>
      </pc:sldChg>
      <pc:sldChg chg="del">
        <pc:chgData name="Le Nhat Tung" userId="77b0905b33e1f80d" providerId="LiveId" clId="{E7B9CCF1-A327-4D7E-AAFC-77C57ABE14B1}" dt="2025-03-02T03:11:36.219" v="66" actId="47"/>
        <pc:sldMkLst>
          <pc:docMk/>
          <pc:sldMk cId="502670796" sldId="286"/>
        </pc:sldMkLst>
      </pc:sldChg>
      <pc:sldChg chg="addSp delSp modSp new mod modNotesTx">
        <pc:chgData name="Le Nhat Tung" userId="77b0905b33e1f80d" providerId="LiveId" clId="{E7B9CCF1-A327-4D7E-AAFC-77C57ABE14B1}" dt="2025-03-02T06:31:33.369" v="859"/>
        <pc:sldMkLst>
          <pc:docMk/>
          <pc:sldMk cId="2501124086" sldId="286"/>
        </pc:sldMkLst>
        <pc:spChg chg="del">
          <ac:chgData name="Le Nhat Tung" userId="77b0905b33e1f80d" providerId="LiveId" clId="{E7B9CCF1-A327-4D7E-AAFC-77C57ABE14B1}" dt="2025-03-02T04:18:14.691" v="828" actId="478"/>
          <ac:spMkLst>
            <pc:docMk/>
            <pc:sldMk cId="2501124086" sldId="286"/>
            <ac:spMk id="2" creationId="{234656DF-A1D0-38C6-004B-AE817AD19BE4}"/>
          </ac:spMkLst>
        </pc:spChg>
        <pc:spChg chg="del">
          <ac:chgData name="Le Nhat Tung" userId="77b0905b33e1f80d" providerId="LiveId" clId="{E7B9CCF1-A327-4D7E-AAFC-77C57ABE14B1}" dt="2025-03-02T04:18:14.691" v="828" actId="478"/>
          <ac:spMkLst>
            <pc:docMk/>
            <pc:sldMk cId="2501124086" sldId="286"/>
            <ac:spMk id="3" creationId="{A4230413-2659-EBAF-E81C-6B56C8574BAB}"/>
          </ac:spMkLst>
        </pc:spChg>
        <pc:spChg chg="del">
          <ac:chgData name="Le Nhat Tung" userId="77b0905b33e1f80d" providerId="LiveId" clId="{E7B9CCF1-A327-4D7E-AAFC-77C57ABE14B1}" dt="2025-03-02T04:18:14.691" v="828" actId="478"/>
          <ac:spMkLst>
            <pc:docMk/>
            <pc:sldMk cId="2501124086" sldId="286"/>
            <ac:spMk id="4" creationId="{268F582F-51DA-99C2-6C5D-7731D9D81F8C}"/>
          </ac:spMkLst>
        </pc:spChg>
        <pc:picChg chg="add mod">
          <ac:chgData name="Le Nhat Tung" userId="77b0905b33e1f80d" providerId="LiveId" clId="{E7B9CCF1-A327-4D7E-AAFC-77C57ABE14B1}" dt="2025-03-02T04:18:19.243" v="831" actId="1076"/>
          <ac:picMkLst>
            <pc:docMk/>
            <pc:sldMk cId="2501124086" sldId="286"/>
            <ac:picMk id="6" creationId="{D1F3DAD8-9877-1D8A-BAA2-68A39D0EE8C5}"/>
          </ac:picMkLst>
        </pc:picChg>
        <pc:inkChg chg="add">
          <ac:chgData name="Le Nhat Tung" userId="77b0905b33e1f80d" providerId="LiveId" clId="{E7B9CCF1-A327-4D7E-AAFC-77C57ABE14B1}" dt="2025-03-02T06:31:33.369" v="859"/>
          <ac:inkMkLst>
            <pc:docMk/>
            <pc:sldMk cId="2501124086" sldId="286"/>
            <ac:inkMk id="2" creationId="{AE4DB869-DECE-9ACA-8CDC-4B3BF8E8974C}"/>
          </ac:inkMkLst>
        </pc:inkChg>
      </pc:sldChg>
      <pc:sldChg chg="addSp delSp modSp new mod modNotesTx">
        <pc:chgData name="Le Nhat Tung" userId="77b0905b33e1f80d" providerId="LiveId" clId="{E7B9CCF1-A327-4D7E-AAFC-77C57ABE14B1}" dt="2025-03-02T06:31:33.369" v="859"/>
        <pc:sldMkLst>
          <pc:docMk/>
          <pc:sldMk cId="1700265822" sldId="287"/>
        </pc:sldMkLst>
        <pc:spChg chg="del">
          <ac:chgData name="Le Nhat Tung" userId="77b0905b33e1f80d" providerId="LiveId" clId="{E7B9CCF1-A327-4D7E-AAFC-77C57ABE14B1}" dt="2025-03-02T04:20:16.804" v="840" actId="478"/>
          <ac:spMkLst>
            <pc:docMk/>
            <pc:sldMk cId="1700265822" sldId="287"/>
            <ac:spMk id="2" creationId="{D270E0BD-030B-FC8C-1FEB-521E0F6B93F2}"/>
          </ac:spMkLst>
        </pc:spChg>
        <pc:spChg chg="del">
          <ac:chgData name="Le Nhat Tung" userId="77b0905b33e1f80d" providerId="LiveId" clId="{E7B9CCF1-A327-4D7E-AAFC-77C57ABE14B1}" dt="2025-03-02T04:20:16.804" v="840" actId="478"/>
          <ac:spMkLst>
            <pc:docMk/>
            <pc:sldMk cId="1700265822" sldId="287"/>
            <ac:spMk id="3" creationId="{72C786FC-8215-D06C-37D5-5FBC87F0243A}"/>
          </ac:spMkLst>
        </pc:spChg>
        <pc:spChg chg="del">
          <ac:chgData name="Le Nhat Tung" userId="77b0905b33e1f80d" providerId="LiveId" clId="{E7B9CCF1-A327-4D7E-AAFC-77C57ABE14B1}" dt="2025-03-02T04:20:16.804" v="840" actId="478"/>
          <ac:spMkLst>
            <pc:docMk/>
            <pc:sldMk cId="1700265822" sldId="287"/>
            <ac:spMk id="4" creationId="{9A255200-973C-EE8D-F1F0-41185FA60B9B}"/>
          </ac:spMkLst>
        </pc:spChg>
        <pc:picChg chg="add mod">
          <ac:chgData name="Le Nhat Tung" userId="77b0905b33e1f80d" providerId="LiveId" clId="{E7B9CCF1-A327-4D7E-AAFC-77C57ABE14B1}" dt="2025-03-02T04:20:21" v="842" actId="1076"/>
          <ac:picMkLst>
            <pc:docMk/>
            <pc:sldMk cId="1700265822" sldId="287"/>
            <ac:picMk id="6" creationId="{228AF164-9C03-867D-9578-E09D20B853A7}"/>
          </ac:picMkLst>
        </pc:picChg>
        <pc:picChg chg="add mod">
          <ac:chgData name="Le Nhat Tung" userId="77b0905b33e1f80d" providerId="LiveId" clId="{E7B9CCF1-A327-4D7E-AAFC-77C57ABE14B1}" dt="2025-03-02T04:21:01.058" v="844" actId="1076"/>
          <ac:picMkLst>
            <pc:docMk/>
            <pc:sldMk cId="1700265822" sldId="287"/>
            <ac:picMk id="8" creationId="{717EB4F4-2F20-16A0-3C5E-865DDEEB0E01}"/>
          </ac:picMkLst>
        </pc:picChg>
        <pc:inkChg chg="add">
          <ac:chgData name="Le Nhat Tung" userId="77b0905b33e1f80d" providerId="LiveId" clId="{E7B9CCF1-A327-4D7E-AAFC-77C57ABE14B1}" dt="2025-03-02T06:31:33.369" v="859"/>
          <ac:inkMkLst>
            <pc:docMk/>
            <pc:sldMk cId="1700265822" sldId="287"/>
            <ac:inkMk id="2" creationId="{419C71E8-D15D-883D-3D7D-C4229D89AAD7}"/>
          </ac:inkMkLst>
        </pc:inkChg>
      </pc:sldChg>
      <pc:sldChg chg="del">
        <pc:chgData name="Le Nhat Tung" userId="77b0905b33e1f80d" providerId="LiveId" clId="{E7B9CCF1-A327-4D7E-AAFC-77C57ABE14B1}" dt="2025-03-02T03:11:36.219" v="66" actId="47"/>
        <pc:sldMkLst>
          <pc:docMk/>
          <pc:sldMk cId="2960612941" sldId="287"/>
        </pc:sldMkLst>
      </pc:sldChg>
      <pc:sldChg chg="addSp delSp new mod">
        <pc:chgData name="Le Nhat Tung" userId="77b0905b33e1f80d" providerId="LiveId" clId="{E7B9CCF1-A327-4D7E-AAFC-77C57ABE14B1}" dt="2025-03-02T05:55:09.206" v="857"/>
        <pc:sldMkLst>
          <pc:docMk/>
          <pc:sldMk cId="3375267289" sldId="288"/>
        </pc:sldMkLst>
        <pc:spChg chg="del">
          <ac:chgData name="Le Nhat Tung" userId="77b0905b33e1f80d" providerId="LiveId" clId="{E7B9CCF1-A327-4D7E-AAFC-77C57ABE14B1}" dt="2025-03-02T05:55:08.633" v="856" actId="478"/>
          <ac:spMkLst>
            <pc:docMk/>
            <pc:sldMk cId="3375267289" sldId="288"/>
            <ac:spMk id="2" creationId="{6805AAC5-9ECD-80D5-7564-12C948AA394A}"/>
          </ac:spMkLst>
        </pc:spChg>
        <pc:spChg chg="del">
          <ac:chgData name="Le Nhat Tung" userId="77b0905b33e1f80d" providerId="LiveId" clId="{E7B9CCF1-A327-4D7E-AAFC-77C57ABE14B1}" dt="2025-03-02T05:55:08.633" v="856" actId="478"/>
          <ac:spMkLst>
            <pc:docMk/>
            <pc:sldMk cId="3375267289" sldId="288"/>
            <ac:spMk id="3" creationId="{6DED5F40-B86D-B4E1-C831-BBC96AD90D12}"/>
          </ac:spMkLst>
        </pc:spChg>
        <pc:spChg chg="del">
          <ac:chgData name="Le Nhat Tung" userId="77b0905b33e1f80d" providerId="LiveId" clId="{E7B9CCF1-A327-4D7E-AAFC-77C57ABE14B1}" dt="2025-03-02T05:55:08.633" v="856" actId="478"/>
          <ac:spMkLst>
            <pc:docMk/>
            <pc:sldMk cId="3375267289" sldId="288"/>
            <ac:spMk id="4" creationId="{EEA9B365-09FB-9E36-F7C5-EEAABB2FE500}"/>
          </ac:spMkLst>
        </pc:spChg>
        <pc:picChg chg="add">
          <ac:chgData name="Le Nhat Tung" userId="77b0905b33e1f80d" providerId="LiveId" clId="{E7B9CCF1-A327-4D7E-AAFC-77C57ABE14B1}" dt="2025-03-02T05:55:09.206" v="857"/>
          <ac:picMkLst>
            <pc:docMk/>
            <pc:sldMk cId="3375267289" sldId="288"/>
            <ac:picMk id="1026" creationId="{70A86375-0C41-46C1-A423-19FC2A29C5BC}"/>
          </ac:picMkLst>
        </pc:picChg>
      </pc:sldChg>
      <pc:sldChg chg="del">
        <pc:chgData name="Le Nhat Tung" userId="77b0905b33e1f80d" providerId="LiveId" clId="{E7B9CCF1-A327-4D7E-AAFC-77C57ABE14B1}" dt="2025-03-02T03:11:36.219" v="66" actId="47"/>
        <pc:sldMkLst>
          <pc:docMk/>
          <pc:sldMk cId="3638814305" sldId="288"/>
        </pc:sldMkLst>
      </pc:sldChg>
      <pc:sldChg chg="del">
        <pc:chgData name="Le Nhat Tung" userId="77b0905b33e1f80d" providerId="LiveId" clId="{E7B9CCF1-A327-4D7E-AAFC-77C57ABE14B1}" dt="2025-03-02T03:11:36.219" v="66" actId="47"/>
        <pc:sldMkLst>
          <pc:docMk/>
          <pc:sldMk cId="421899534" sldId="289"/>
        </pc:sldMkLst>
      </pc:sldChg>
      <pc:sldChg chg="del">
        <pc:chgData name="Le Nhat Tung" userId="77b0905b33e1f80d" providerId="LiveId" clId="{E7B9CCF1-A327-4D7E-AAFC-77C57ABE14B1}" dt="2025-03-02T03:11:36.219" v="66" actId="47"/>
        <pc:sldMkLst>
          <pc:docMk/>
          <pc:sldMk cId="1524616183" sldId="290"/>
        </pc:sldMkLst>
      </pc:sldChg>
      <pc:sldChg chg="del">
        <pc:chgData name="Le Nhat Tung" userId="77b0905b33e1f80d" providerId="LiveId" clId="{E7B9CCF1-A327-4D7E-AAFC-77C57ABE14B1}" dt="2025-03-02T03:11:36.219" v="66" actId="47"/>
        <pc:sldMkLst>
          <pc:docMk/>
          <pc:sldMk cId="3362591536" sldId="291"/>
        </pc:sldMkLst>
      </pc:sldChg>
      <pc:sldChg chg="del">
        <pc:chgData name="Le Nhat Tung" userId="77b0905b33e1f80d" providerId="LiveId" clId="{E7B9CCF1-A327-4D7E-AAFC-77C57ABE14B1}" dt="2025-03-02T03:11:36.219" v="66" actId="47"/>
        <pc:sldMkLst>
          <pc:docMk/>
          <pc:sldMk cId="2136052961" sldId="292"/>
        </pc:sldMkLst>
      </pc:sldChg>
      <pc:sldChg chg="del">
        <pc:chgData name="Le Nhat Tung" userId="77b0905b33e1f80d" providerId="LiveId" clId="{E7B9CCF1-A327-4D7E-AAFC-77C57ABE14B1}" dt="2025-03-02T03:11:36.219" v="66" actId="47"/>
        <pc:sldMkLst>
          <pc:docMk/>
          <pc:sldMk cId="883672532" sldId="293"/>
        </pc:sldMkLst>
      </pc:sldChg>
      <pc:sldChg chg="del">
        <pc:chgData name="Le Nhat Tung" userId="77b0905b33e1f80d" providerId="LiveId" clId="{E7B9CCF1-A327-4D7E-AAFC-77C57ABE14B1}" dt="2025-03-02T03:11:36.219" v="66" actId="47"/>
        <pc:sldMkLst>
          <pc:docMk/>
          <pc:sldMk cId="3339986543" sldId="294"/>
        </pc:sldMkLst>
      </pc:sldChg>
      <pc:sldChg chg="del">
        <pc:chgData name="Le Nhat Tung" userId="77b0905b33e1f80d" providerId="LiveId" clId="{E7B9CCF1-A327-4D7E-AAFC-77C57ABE14B1}" dt="2025-03-02T03:11:36.219" v="66" actId="47"/>
        <pc:sldMkLst>
          <pc:docMk/>
          <pc:sldMk cId="973571978" sldId="295"/>
        </pc:sldMkLst>
      </pc:sldChg>
      <pc:sldChg chg="del">
        <pc:chgData name="Le Nhat Tung" userId="77b0905b33e1f80d" providerId="LiveId" clId="{E7B9CCF1-A327-4D7E-AAFC-77C57ABE14B1}" dt="2025-03-02T03:11:36.219" v="66" actId="47"/>
        <pc:sldMkLst>
          <pc:docMk/>
          <pc:sldMk cId="2154897469" sldId="296"/>
        </pc:sldMkLst>
      </pc:sldChg>
      <pc:sldChg chg="del">
        <pc:chgData name="Le Nhat Tung" userId="77b0905b33e1f80d" providerId="LiveId" clId="{E7B9CCF1-A327-4D7E-AAFC-77C57ABE14B1}" dt="2025-03-02T03:11:36.219" v="66" actId="47"/>
        <pc:sldMkLst>
          <pc:docMk/>
          <pc:sldMk cId="1951726413" sldId="297"/>
        </pc:sldMkLst>
      </pc:sldChg>
      <pc:sldChg chg="del">
        <pc:chgData name="Le Nhat Tung" userId="77b0905b33e1f80d" providerId="LiveId" clId="{E7B9CCF1-A327-4D7E-AAFC-77C57ABE14B1}" dt="2025-03-02T03:11:36.219" v="66" actId="47"/>
        <pc:sldMkLst>
          <pc:docMk/>
          <pc:sldMk cId="217899359" sldId="298"/>
        </pc:sldMkLst>
      </pc:sldChg>
      <pc:sldChg chg="del">
        <pc:chgData name="Le Nhat Tung" userId="77b0905b33e1f80d" providerId="LiveId" clId="{E7B9CCF1-A327-4D7E-AAFC-77C57ABE14B1}" dt="2025-03-02T03:11:36.219" v="66" actId="47"/>
        <pc:sldMkLst>
          <pc:docMk/>
          <pc:sldMk cId="1717857903" sldId="299"/>
        </pc:sldMkLst>
      </pc:sldChg>
      <pc:sldChg chg="del">
        <pc:chgData name="Le Nhat Tung" userId="77b0905b33e1f80d" providerId="LiveId" clId="{E7B9CCF1-A327-4D7E-AAFC-77C57ABE14B1}" dt="2025-03-02T03:11:36.219" v="66" actId="47"/>
        <pc:sldMkLst>
          <pc:docMk/>
          <pc:sldMk cId="692683955" sldId="300"/>
        </pc:sldMkLst>
      </pc:sldChg>
      <pc:sldChg chg="del">
        <pc:chgData name="Le Nhat Tung" userId="77b0905b33e1f80d" providerId="LiveId" clId="{E7B9CCF1-A327-4D7E-AAFC-77C57ABE14B1}" dt="2025-03-02T03:11:36.219" v="66" actId="47"/>
        <pc:sldMkLst>
          <pc:docMk/>
          <pc:sldMk cId="4232814384" sldId="301"/>
        </pc:sldMkLst>
      </pc:sldChg>
      <pc:sldChg chg="del">
        <pc:chgData name="Le Nhat Tung" userId="77b0905b33e1f80d" providerId="LiveId" clId="{E7B9CCF1-A327-4D7E-AAFC-77C57ABE14B1}" dt="2025-03-02T03:11:36.219" v="66" actId="47"/>
        <pc:sldMkLst>
          <pc:docMk/>
          <pc:sldMk cId="1589333880" sldId="302"/>
        </pc:sldMkLst>
      </pc:sldChg>
      <pc:sldChg chg="del">
        <pc:chgData name="Le Nhat Tung" userId="77b0905b33e1f80d" providerId="LiveId" clId="{E7B9CCF1-A327-4D7E-AAFC-77C57ABE14B1}" dt="2025-03-02T03:11:36.219" v="66" actId="47"/>
        <pc:sldMkLst>
          <pc:docMk/>
          <pc:sldMk cId="3430339319" sldId="303"/>
        </pc:sldMkLst>
      </pc:sldChg>
      <pc:sldChg chg="del">
        <pc:chgData name="Le Nhat Tung" userId="77b0905b33e1f80d" providerId="LiveId" clId="{E7B9CCF1-A327-4D7E-AAFC-77C57ABE14B1}" dt="2025-03-02T03:11:36.219" v="66" actId="47"/>
        <pc:sldMkLst>
          <pc:docMk/>
          <pc:sldMk cId="4287248757" sldId="304"/>
        </pc:sldMkLst>
      </pc:sldChg>
      <pc:sldChg chg="del">
        <pc:chgData name="Le Nhat Tung" userId="77b0905b33e1f80d" providerId="LiveId" clId="{E7B9CCF1-A327-4D7E-AAFC-77C57ABE14B1}" dt="2025-03-02T03:11:36.219" v="66" actId="47"/>
        <pc:sldMkLst>
          <pc:docMk/>
          <pc:sldMk cId="3138848395" sldId="305"/>
        </pc:sldMkLst>
      </pc:sldChg>
      <pc:sldChg chg="del">
        <pc:chgData name="Le Nhat Tung" userId="77b0905b33e1f80d" providerId="LiveId" clId="{E7B9CCF1-A327-4D7E-AAFC-77C57ABE14B1}" dt="2025-03-02T03:11:36.219" v="66" actId="47"/>
        <pc:sldMkLst>
          <pc:docMk/>
          <pc:sldMk cId="4250402572" sldId="306"/>
        </pc:sldMkLst>
      </pc:sldChg>
      <pc:sldChg chg="del">
        <pc:chgData name="Le Nhat Tung" userId="77b0905b33e1f80d" providerId="LiveId" clId="{E7B9CCF1-A327-4D7E-AAFC-77C57ABE14B1}" dt="2025-03-02T03:11:36.219" v="66" actId="47"/>
        <pc:sldMkLst>
          <pc:docMk/>
          <pc:sldMk cId="2493955139" sldId="307"/>
        </pc:sldMkLst>
      </pc:sldChg>
      <pc:sldChg chg="del">
        <pc:chgData name="Le Nhat Tung" userId="77b0905b33e1f80d" providerId="LiveId" clId="{E7B9CCF1-A327-4D7E-AAFC-77C57ABE14B1}" dt="2025-03-02T03:11:36.219" v="66" actId="47"/>
        <pc:sldMkLst>
          <pc:docMk/>
          <pc:sldMk cId="3135433866" sldId="308"/>
        </pc:sldMkLst>
      </pc:sldChg>
      <pc:sldChg chg="del">
        <pc:chgData name="Le Nhat Tung" userId="77b0905b33e1f80d" providerId="LiveId" clId="{E7B9CCF1-A327-4D7E-AAFC-77C57ABE14B1}" dt="2025-03-02T03:11:36.219" v="66" actId="47"/>
        <pc:sldMkLst>
          <pc:docMk/>
          <pc:sldMk cId="222075526" sldId="309"/>
        </pc:sldMkLst>
      </pc:sldChg>
      <pc:sldChg chg="del">
        <pc:chgData name="Le Nhat Tung" userId="77b0905b33e1f80d" providerId="LiveId" clId="{E7B9CCF1-A327-4D7E-AAFC-77C57ABE14B1}" dt="2025-03-02T03:11:36.219" v="66" actId="47"/>
        <pc:sldMkLst>
          <pc:docMk/>
          <pc:sldMk cId="1523541760" sldId="310"/>
        </pc:sldMkLst>
      </pc:sldChg>
      <pc:sldChg chg="del">
        <pc:chgData name="Le Nhat Tung" userId="77b0905b33e1f80d" providerId="LiveId" clId="{E7B9CCF1-A327-4D7E-AAFC-77C57ABE14B1}" dt="2025-03-02T03:11:36.219" v="66" actId="47"/>
        <pc:sldMkLst>
          <pc:docMk/>
          <pc:sldMk cId="1153250741" sldId="311"/>
        </pc:sldMkLst>
      </pc:sldChg>
      <pc:sldChg chg="del">
        <pc:chgData name="Le Nhat Tung" userId="77b0905b33e1f80d" providerId="LiveId" clId="{E7B9CCF1-A327-4D7E-AAFC-77C57ABE14B1}" dt="2025-03-02T03:11:36.219" v="66" actId="47"/>
        <pc:sldMkLst>
          <pc:docMk/>
          <pc:sldMk cId="974393293" sldId="312"/>
        </pc:sldMkLst>
      </pc:sldChg>
      <pc:sldChg chg="del">
        <pc:chgData name="Le Nhat Tung" userId="77b0905b33e1f80d" providerId="LiveId" clId="{E7B9CCF1-A327-4D7E-AAFC-77C57ABE14B1}" dt="2025-03-02T03:11:36.219" v="66" actId="47"/>
        <pc:sldMkLst>
          <pc:docMk/>
          <pc:sldMk cId="1629897991" sldId="313"/>
        </pc:sldMkLst>
      </pc:sldChg>
      <pc:sldChg chg="del">
        <pc:chgData name="Le Nhat Tung" userId="77b0905b33e1f80d" providerId="LiveId" clId="{E7B9CCF1-A327-4D7E-AAFC-77C57ABE14B1}" dt="2025-03-02T03:11:36.219" v="66" actId="47"/>
        <pc:sldMkLst>
          <pc:docMk/>
          <pc:sldMk cId="1923191900" sldId="314"/>
        </pc:sldMkLst>
      </pc:sldChg>
      <pc:sldChg chg="del">
        <pc:chgData name="Le Nhat Tung" userId="77b0905b33e1f80d" providerId="LiveId" clId="{E7B9CCF1-A327-4D7E-AAFC-77C57ABE14B1}" dt="2025-03-02T03:11:36.219" v="66" actId="47"/>
        <pc:sldMkLst>
          <pc:docMk/>
          <pc:sldMk cId="1970070810" sldId="315"/>
        </pc:sldMkLst>
      </pc:sldChg>
    </pc:docChg>
  </pc:docChgLst>
</pc:chgInfo>
</file>

<file path=ppt/ink/ink1.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105.96027" units="1/cm"/>
          <inkml:channelProperty channel="Y" name="resolution" value="63.82979" units="1/cm"/>
          <inkml:channelProperty channel="T" name="resolution" value="1" units="1/dev"/>
        </inkml:channelProperties>
      </inkml:inkSource>
      <inkml:timestamp xml:id="ts0" timeString="2025-03-02T06:23:00.617"/>
    </inkml:context>
    <inkml:brush xml:id="br0">
      <inkml:brushProperty name="width" value="0.05292" units="cm"/>
      <inkml:brushProperty name="height" value="0.05292" units="cm"/>
      <inkml:brushProperty name="color" value="#FF0000"/>
    </inkml:brush>
  </inkml:definitions>
  <inkml:trace contextRef="#ctx0" brushRef="#br0">12883 5206 0,'-28'0'109,"0"0"-109,0 0 16,28 28-16,-28 0 15,-1-28-15,29 28 16,-28 0-1,28 1 17,0-1-1,-28-28-31,28 28 31,0 28-15,0-28-1,0 0-15,0 1 16,0-1-16,28 0 16,-28 0-1,28-28-15,29 28 16,-29-28 0,0 28-1,0-28 95,-28-28-110,0-28 15,0 28-15,28 0 16,-28-1-16,0 1 15,0-28-15,28 28 16,-28 0-16,0 0 16,0-1-16,0 1 15,0 0 1,0 0 0,0 0-16,0 0 15,0 0 1,-28 28-1,28-29 1,28 29 125,0 0-126,1 0 1,-1 0-16,0 0 16,0 29-1,-28-1 1,28 0-16,-28 0 15,0 28-15,0-28 16,0 29-16,0-29 16,0 28-16,0 0 15,0-27 1,0-1 0,0 0-1,28-28 95,28 0-110,-27-28 15,-1 28-15,0-28 16,0 28-1,-28-29-15,0 1 16,28-28-16,-28 28 0,0-28 16,0-1-16,0 29 15,0-28-15,28 28 16,-28 0-16,0-1 16,0 58 77,0-1-77,0 28-16,0-28 16,0 0-16,0 0 0,0 1 15,0 27-15,0-28 16,0 0-1,0 0 17,0 0-17,28-28 95,0 0-110,1-28 15,-1 0-15,0-28 16,0 28 0,0 0-16,-28-1 15,28 1-15</inkml:trace>
  <inkml:trace contextRef="#ctx0" brushRef="#br0" timeOffset="516.08">13783 4756 0,'0'28'15,"0"0"1,0 0-16,0 28 15,0 29-15,0-57 16,0 28-16,-56 0 0,56 1 16,0 27-16,0-28 15,0 1-15,0-29 16,-28 28-16,28-28 16,0 29-16,0-29 15,0 84-15,0-84 16,0 57-16,0-57 15,0 28-15,0-28 32,0-84 30,0 28-46,0 0-16,0 0 15</inkml:trace>
  <inkml:trace contextRef="#ctx0" brushRef="#br0" timeOffset="1000.38">13586 5150 0,'28'-29'109,"29"29"-109,-29 0 0,0 0 16,56 0-16,-56 0 15,1 0 1,-1 0 15,0 0 0,0 0-15,0-28-16,0 28 31,0 0-15</inkml:trace>
  <inkml:trace contextRef="#ctx0" brushRef="#br0" timeOffset="1676.6">14233 5515 0,'0'-84'47,"0"56"-32,0 0-15,0 0 16,0-1-16,0 1 31,0 0 125,0 0-109</inkml:trace>
  <inkml:trace contextRef="#ctx0" brushRef="#br0" timeOffset="3443.97">11842 4868 0,'0'-28'110,"0"-56"-95,28 27-15,1-27 16,-29 56-16,28-57 16,0 29-1,56-56-15,-84 83 0,28-55 16,0 28-16,1 28 15,-29-29-15,0 1 0,28 56 16,-28-28-16,0 0 31,-28 28 79,-1 0-95,-27 28-15,28 0 16,0 0-16,-28 0 16,28 0-16,-1 29 15,1-29-15,28 0 16,-28 0-16,28 57 15,-56-1-15,56-28 16,0 1-16,0 55 16,-28-84-16,28 29 15,0-29-15,0 0 16,0 0-16,0 0 16,0 0-16,-28 29 15,28-29-15,0 0 0,-28 0 16,28 0-16,0-56 109,0-28-93,0-1-16,0 1 15,0 28-15,28-28 16,28-29-16,-28 57 16,-28 0-16,28 0 0,0 28 15,0 0 32,1 0-16,-29 28-15,28 0-16,-28 0 16,0 0-1,0 29 1,0-29 0,0 0-1,28 0-15,-28 0 31,28-28 1,0 0-1,-28 28-31,28-28 0,0 29 16,-28-1-16,28-28 15,-28 28-15,29-28 63,-1 0-48,-28-28 1,0 0 0,28 28-16,-28-29 15</inkml:trace>
  <inkml:trace contextRef="#ctx0" brushRef="#br0" timeOffset="4139.13">12208 5121 0,'0'-28'94,"0"0"-78,0 0-16,28 0 15,-28 0-15,0 0 16,28 0-16,-28-1 15,28 1-15,-28-28 16,28 28-16,-28 0 47,0 56 31,0 0-62,0 28-1,0-28-15,0 1 16,0 27-16,-28-28 16,28 28-16,-28-28 15,28 57 1,-28-57-16,28 0 15,0 0-15,0 28 16,0-27-16,0-1 16,0 0-1,0 0-15,0 0 78</inkml:trace>
  <inkml:trace contextRef="#ctx0" brushRef="#br0" timeOffset="7788.02">12799 3489 0,'-28'0'0,"-1"0"16,1-28-1,0 28-15,-28 0 16,28 0-16,-57 0 15,29 0-15,0 0 16,-57 0-16,57 0 16,-56 0-16,55 0 0,1 28 15,-28 1 1,27 55-16,-27-56 16,28 0-16,-29 57 15,57-57-15,0 28 16,0 57-1,0-57-15,-56 56 16,55-55-16,29 55 16,-28 1-1,28 28-15,-56-1 16,56 29 0,0 28-16,0 0 15,0 0-15,28 28 16,57-56-16,-57-28 15,56 27 1,-56-55-16,57 28 16,-1-29-1,28-27-15,-55 27 16,111-84 0,-27 57-16,-28-85 15,140 28-15,-141 28 16,141-56-16,-140 0 15,112 0-15,-113 0 16,142 0-16,-142 0 16,1 0-16,84-56 0,-85 0 15,-56 56-15,113-57 16,-113 1-16,1 28 16,-1-28-16,85-85 15,-85 57-15,-28-1 16,28-27-16,0-29 15,-56 28-15,29 1 16,-29-170-16,0 170 16,0-29-16,-57 29 15,29-1-15,-28 1 16,0-1-16,-1 0 16,-27 1-16,0-1 15,27 1-15,-27-1 0,28 29 16,-29-1-16,29 29 15,-28-28-15,56 27 16,-57-27-16,57 28 16,-28 28-16,28-57 15,-57 57 1,57 0-16,-28 0 16,28 28-16,0-28 15,0 28-15,-1 0 16,1 0-1,0 0 1</inkml:trace>
  <inkml:trace contextRef="#ctx0" brushRef="#br0" timeOffset="23038.24">16990 2870 0,'-28'0'0,"28"-28"15,-28 28-15</inkml:trace>
  <inkml:trace contextRef="#ctx0" brushRef="#br0" timeOffset="24317">16258 2870 0,'-28'0'0,"0"0"31,0 0-31,-28 0 15,56 29 1,-85-1 0,57 0-16,0 0 0,0 0 15,0 0-15,0 28 16,28-27-16,-28-1 16,28 0-16,-28 56 15,-1 29-15,29-29 16,0-27-16,-28 55 15,28-56-15,0 57 16,0-57-16,0 57 0,0-57 16,0 0-16,0-28 15,0 1 1,0-1 0,0 0-1,0 0-15,28 0 16,-28 0-16,29 0 15,-1-28-15,0 29 16,0-1-16,0 0 16,0-28-16,28 28 15,-27 0-15,27-28 16,56 28-16,-84-28 16,29 0-16,55 57 15,-84-57-15,29 0 0,-29 0 16,28 0-16,57 0 15,-57 0-15,0 0 16,0 0-16,29 0 16,-29 0-16,0-29 15,57 29-15,-57 0 16,28-28-16,-27 28 16,-1 0-16,0-28 15,29 28-15,-1 0 16,0-28-16,-27 28 15,-1-28-15,28 0 16,-56 0-16,0-1 16,1 1-16,-1-56 15,0 28-15,-28-1 0,28-27 16,-28 0 0,0-1-16,0 29 15,0 0-15,0-29 16,0 29-16,-28-57 15,0 57-15,-57 0 16,57-29 0,0 29-16,0-28 15,-28 27-15,-1-27 16,29 56 0,-28-28-16,0-1 0,0-27 15,27 56 1,-27 0-16,56-1 15,-28 29 1,0-28-16,-28 28 31,27 0-31,-83-28 16,84 28-16,0 0 16,-29 0-16,29 0 15,0 0-15,0 0 16,0 0-16,-28 0 15,-57 0-15,85 28 16,0-28-16,0 28 16,0-28-16,28 29 0,-28-1 15</inkml:trace>
  <inkml:trace contextRef="#ctx0" brushRef="#br0" timeOffset="25765.66">21125 5881 0,'0'28'0,"28"-28"15,-28 29 16,28-29 48,0 0-48,0 0-31,0 0 0,29 0 15,111 0-15,-140 28 16,29-28-16,83 56 16,-83-56-16,27 0 15,-28 0-15,-28 0 16,57 0-16,-29 0 16,28 0-16,-55 0 15,27 0-15,0 0 16,0 0-16,-28 0 15,29-28-15,27 28 16,-56 0-16,57 0 16,-57 0-16,28 0 0,-28 0 15,28 0-15,-27 0 16,27 0-16,28 0 16,-28 0-1,1 0-15,-1 0 16,28 0-16,-27 0 15,-1 0-15,0 0 16,-28 0-16,28 0 16,-27 0-16,55 0 15,-56 0 1,0 0-16,0 0 16,1 0-16,-1 0 0,0 0 15,28 0 1,-28 0-1</inkml:trace>
  <inkml:trace contextRef="#ctx0" brushRef="#br0" timeOffset="-188731.6">21350 2927 0,'-28'0'0,"-1"0"16,1 0 0,0 0-1,0 28 1,28 0-16,0 0 15,0 0 1,0 0-16,0 0 16,0 1-1,0-1-15,0 56 16,0-56 0,0 29-1,28-1-15,0 0 0,0 29 16,1-57-1,-1 28-15,28-28 16,0 57 0,-28-57-16,0-28 0,1 28 15,-1-28 1,0 28 0,0-28-16,0 0 15,0 0 1,0 0 31,1 0-32,-1 0-15,0-28 16,-28 0-16,28 0 16,-28-1-16,0 1 15,28 0-15,-28 0 16,0 0-1,0 0-15,0 0 16,0-1 0,0 1-16,0 0 15,0 0-15,-28 0 16,0 0-16,28-29 16,-28 57-16,0-28 0,28 0 15,-29 0-15,1 0 16,28 0-16,-28 28 15,28-28 1,-28 28 15,0 0 16,0 0-31,0 0-16,-1 0 15</inkml:trace>
  <inkml:trace contextRef="#ctx0" brushRef="#br0" timeOffset="-188305.25">22278 3771 0,'0'28'63</inkml:trace>
  <inkml:trace contextRef="#ctx0" brushRef="#br0" timeOffset="-187534.23">22419 2842 0,'28'0'78,"84"0"-78,-55 0 15,-1 0-15,28 0 16,-56-28-16,0 28 16,1 0-16,-1 0 62,-28 28-46,28 0-16,-28 29 15,0-29-15,0 56 16,0 1-16,0-57 0,0 112 16,0-111-16,0 27 15,0-28-15,0 28 16,0-28-16,0 1 15,0-1-15,0 0 16,0 0-16,0 0 16,0 0 31,0 0-32</inkml:trace>
  <inkml:trace contextRef="#ctx0" brushRef="#br0" timeOffset="-187098">22812 3180 0,'29'0'109,"-1"0"-93,28 0-16,-28-28 16,0 28-1,28 0-15,-27 0 16,-1 0-1</inkml:trace>
  <inkml:trace contextRef="#ctx0" brushRef="#br0" timeOffset="-186329.95">23487 2927 0,'0'28'31,"0"28"-31,0-28 16,-28 0-16,28 0 15,0 1-15,-28-1 16,28 0-16,0 0 16,0 0-1,0 0-15,0 29 16,0-29 0,0 0-16,0 56 15,28-84-15,-28 28 0,28 1 16,1-1-1,-1 0 1,-28 0-16,56 0 16,-28 0-16,0 29 15,0-29-15,-28 0 16,0 0 0,0 0-16,0 0 15,0 0 1,0 1-16,0 27 15,0-28-15,0 0 16,-28 28-16,0-28 0,0-28 16,28 29-16,-28-29 15,0 28 1,0-28 15</inkml:trace>
  <inkml:trace contextRef="#ctx0" brushRef="#br0" timeOffset="-185869.17">23347 2955 0,'0'-28'16,"28"28"-16,0 0 15,28-28-15,-28 28 16,57-29-16,-29-27 15,-28 56 1,0-28-16,1 28 16,-1 0-16,0 0 15,0-28 1,0 28-16</inkml:trace>
  <inkml:trace contextRef="#ctx0" brushRef="#br0" timeOffset="-183927.02">23009 13000 0,'0'29'15,"0"27"1,0 28-16,-28-28 15,28 1-15,0-29 16,0 84-16,-28-55 16,28-1-16,0-28 15,0 57-15,0-57 16,0 0-16,28 56 16,-28-56-1,28-28-15,0 29 16,-28-1-16,29 0 15,-1-28 1,-28 28-16,28-28 31,0 0-31,0-28 16,0 0 0,-28 0-16,28-57 15,0 57-15,-28-28 16,29-1-16,-29 1 15,0-28-15,0 56 32,0-1-32,0 1 15,0 0-15,0 0 16,0 0-16,-29-57 16,1 57-16,28 0 0,-28 0 15,0 0 1</inkml:trace>
  <inkml:trace contextRef="#ctx0" brushRef="#br0" timeOffset="-183564.04">23431 13873 0,'28'0'32,"0"0"-17,1 84 16,-29-56-15,0 0-16</inkml:trace>
  <inkml:trace contextRef="#ctx0" brushRef="#br0" timeOffset="-182765.25">23713 12860 0,'28'0'78,"56"-28"-63,-28 28-15,-28-29 16,1 29-16,-1 0 16,0 0-1,0 0 1,0 57 0,-28 27-1,28 1-15,-28 83 0,0-111 16,0 55-16,0-84 15,0 57-15,-28-29 16,28 57-16,0-85 16,-28 28-16,28 28 15,0-55-15,0-1 16,0 0 15,0 0-15,0 0-1,0 0 1,0-56 47</inkml:trace>
  <inkml:trace contextRef="#ctx0" brushRef="#br0" timeOffset="-182247.9">23994 13225 0,'28'0'141,"0"0"-125,0 0-1,0-28-15,0 28 16,1 0-16,-1-28 15,0 28-15,0 0 32,0 0-1</inkml:trace>
  <inkml:trace contextRef="#ctx0" brushRef="#br0" timeOffset="-181443.18">24416 12550 0,'28'0'78,"0"0"-63,0 0 1,0 0-16,0 0 16,0 0-1,1 28-15,-1 0 16,0 1-16,-28-1 16,0 0-16,28 0 15,-28 0-15,0 0 16,0 0-1,0 1-15,0 27 16,0 0-16,-28-28 16,0 113-16,28-85 15,-57 85-15,57-113 16,0 28-16,-28 57 16,28-85-16,0 28 15,-28 29-15,28-57 16,0 28-16,-28 57 15,28-57-15,0 0 0,-56 29 16,56-57-16,0 28 16,0 0-16,0-28 15,0-56 79,0 0-94,0-28 16,0 0-16,0-29 15</inkml:trace>
  <inkml:trace contextRef="#ctx0" brushRef="#br0" timeOffset="-181019.16">24444 13451 0,'56'0'78,"-28"0"-62,0 0-16,0 0 15,1 0-15,-1-29 16,56-27-16,-56 28 15,0 28-15,1 0 16,-1 0 15,-28 56-15,-28 1-16,28-1 16,-29 28-16,1-27 15</inkml:trace>
</inkml:ink>
</file>

<file path=ppt/ink/ink2.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105.96027" units="1/cm"/>
          <inkml:channelProperty channel="Y" name="resolution" value="63.82979" units="1/cm"/>
          <inkml:channelProperty channel="T" name="resolution" value="1" units="1/dev"/>
        </inkml:channelProperties>
      </inkml:inkSource>
      <inkml:timestamp xml:id="ts0" timeString="2025-03-02T06:21:02.666"/>
    </inkml:context>
    <inkml:brush xml:id="br0">
      <inkml:brushProperty name="width" value="0.05292" units="cm"/>
      <inkml:brushProperty name="height" value="0.05292" units="cm"/>
      <inkml:brushProperty name="color" value="#FF0000"/>
    </inkml:brush>
  </inkml:definitions>
  <inkml:trace contextRef="#ctx0" brushRef="#br0">6892 7344 0,'56'0'47,"-28"0"-47,28 0 15,1 0 1,-1 0-16,28 0 16,-28 0-16,1 0 15,-1 0 1,28 0-1,-27 0 1,55 0-16,-56 0 0,57 0 16,-57 0-1,57 0-15,-57 0 16,0 0 0,0 0-16,29 0 15,-29 0 1,-28 0-16,0 0 15,1 0-15,-1 0 16,28 0-16,-28 0 0,0 0 16,28 0-16,1 0 15,27 0-15,-28 0 16,57-56 0,-29 56-16,1 0 15,-29 0-15,-28 0 16,0 0-16,0 0 0,0 0 31,0 0-31,1 0 16,-1 0-1,0 0-15,56 0 16,-56 0-16,1 0 16,-1 0-16,0 0 15,0 0-15,0 0 16,0 0-16,28 0 15,-27 0-15,-1 0 16,28 0-16,-28 0 16,0 0-16,0 0 15,0 0-15,29 0 0,-29 28 16,0-28-16,84 0 16,-83 28-16,-1-28 15,28 0-15,-28 0 16,28 0-16,-28 0 15,1 0 1,27 0-16,0 0 16,-28 29-16,29-29 15,55 0-15,-28 56 16,-27-56-16,-29 28 16,0-28-16,0 0 15,0 0 1,0 0-1,0 0 17,1 0-17,-1 0 63,0 0-78,28 0 16,-28 0 0,0 0-16,0 0 31,1 0-31,-1 0 16,28 0-1,-28 0 1,0 0 46,29 0-30,-29 0-32,0 0 0,0 0 15,28 0-15,-28 0 16,0 0-16,1 0 15,27-28-15,56 28 0,-55 0 16,55 0-16,1 0 16,-1 0-16,-84 0 15,57 0-15,-29 0 16,0 0-16,57 0 16,-85 0-16,84 0 15,-55-28-15,55 28 16,-84 0-16,28 0 15,85 0-15,-85 0 16,-28 0-16,113 0 16,-85-28-16,1 28 15,27 0-15,57 0 16,-113-29-16,28 29 0,0 0 16,29-28-16,-29 28 15,113-84-15,-113 84 16,0 0-16,-28-28 15,29 28-15,-29 0 16,28 0-16,-28 0 16,0 0-16,29 0 15,27-28-15,-28 28 16,0 0-16,1 0 16,-29-29-16,56 29 15,-28 0-15,-27 0 16,-1 0-16,0 0 15,0 0-15,0 0 0,0 0 16,0 0 15,0 0-15,1 0 0,-1 0-1,0 0 32</inkml:trace>
  <inkml:trace contextRef="#ctx0" brushRef="#br0" timeOffset="892.23">15780 6388 0,'28'0'31,"1"0"-31,-29-28 16,28 28 15,0 0 16,28 0-16,-28 0-31,0 0 0,0 0 16,1 0 0,-1 0 15,0 0-16,0 0 110</inkml:trace>
  <inkml:trace contextRef="#ctx0" brushRef="#br0" timeOffset="1895.26">15949 6754 0,'28'0'172,"0"0"-156,29 0-16,-1 0 15,-28-29-15,0 29 16,0 0-16,0 0 16</inkml:trace>
  <inkml:trace contextRef="#ctx0" brushRef="#br0" timeOffset="38478.56">17215 6022 0,'-28'0'63,"0"0"-63,-29 0 15,29 28 1,-28 28-16,28-28 16,28 1-16,-28 27 15,28-28 1,0 0-16,0 0 16,0 0-16,0 1 15,0-1 1,0 0-16,0 0 15,0 0-15,0 0 16,28 0 0,0 1-16,0-29 15,-28 28 1,28-28-16,-28 28 16,28-28-1,0 0 1,1 28-1,-1-28-15,0 28 16,0-28-16,0 0 16,0 0 31,0 0-16,0 0-31,-28-28 15,29 0 1,-29 0-16,0 0 16,0-1 15,0 1-15,0 0-1,0 0 16,0 0-15,-29 28 0,29-28-16,0 0 31,-28 28 203,-28-57-218,56 29 0,-28 0-16,0 0 15,28 0-15,-28 0 16,0 28-16,28-29 15,-29 29 1,29-28 0,-28 28-16</inkml:trace>
  <inkml:trace contextRef="#ctx0" brushRef="#br0" timeOffset="38879.25">17749 6585 0</inkml:trace>
  <inkml:trace contextRef="#ctx0" brushRef="#br0" timeOffset="39966.87">18002 6050 0,'0'-28'62,"29"28"-31,-1 0-15,0 0 0,0 0-1,28 56 1,-56-28-16,56 29 15,-56 27-15,0-28 16,0 1-16,0-1 16,-28 28-16,0-56 15,0 29-15,0-29 0,0-28 32,28-28 77,28 28-109,0-28 16,0 28-1,0 0 32,57 28-47,-57 0 16,0 0-16,-28 0 15,28 0-15,-28 29 0,0-29 16,0 0-16,0 0 16,0 0-16,0 0 15,0 0-15,0 1 16,-28-1-16,-56 28 15,55-28-15,1 0 0,0 0 16,0-28 47</inkml:trace>
  <inkml:trace contextRef="#ctx0" brushRef="#br0" timeOffset="41121.82">18987 5994 0,'-28'0'125,"0"0"-125,0 0 0,-1 0 15,1 28 1,28 0-16,-28 0 16,28 0-16,-28 0 15,28 1-15,0-1 16,0 0-16,0 28 16,0-28-1,0 0-15,0 1 16,0 55-16,28-84 15,0 28 1,0-28-16,1 0 16,-1 0-16,0 0 15,0-28-15,0 0 16,-28-57-16,0 57 16,28-28-16,-28 28 15,0 0-15,0 0 16,0-1-16,0 1 15,0 0-15,0 0 16,0 0 15,0 0-31,0 56 63,-28 56-48,28-27-15,-28-29 16,28 28-16,0 0 16,0 57-16,0-57 15,0 57-15,0-57 16,0 57-16,0-57 16,0 0-16,0-28 15,-28 0-15,28 1 16,-28-29-16,0 0 15,-1 0 1,1 0-16,0 0 16,0 0 31,0 0-16,28-29-16,0-27 1,0 28-16,28 0 16,0-28-16</inkml:trace>
  <inkml:trace contextRef="#ctx0" brushRef="#br0" timeOffset="41967.21">19381 5909 0,'28'0'16,"0"0"-16,0 0 16,0 0-1,0 0 1,1 0 0,-1 29-1,-28-1 1,0 0-1,0 28-15,0 28 0,0-27 16,0-1-16,-28 28 16,28-27-16,-57-1 31,29 28-31,0-27 0,0-1 16,0 28-16,0-55 15,28-1-15,0 0 31,0 28 1,0-28-32,28 0 15,0 1-15,0-29 16,28 0-16,1 0 16,-29 0-16,0 0 15,28 0-15,-28 0 16,0 0-1,0 0-15,1-57 110,-29 29-110,28-56 0,0 27 15</inkml:trace>
  <inkml:trace contextRef="#ctx0" brushRef="#br0" timeOffset="42652">20196 6022 0,'-28'0'63,"-28"0"-63,28 0 15,0 28 1,0 0-16,28 0 16,0 0-16,0 1 15,-28-1-15,28 0 16,0 0-1,0 28-15,0 1 16,0-1-16,0 28 0,28-27 16,0-57-1,-28 28 1,28-28-16,0 28 16,28 28-16,-28-28 15,1 57-15,-1-57 16,0 0-16,-28 0 15,0 0-15,0 0 16,0 1 0,-28-1-16,-29 28 15,29-28-15,0 0 16,0-28-16,28 28 16,-28-28-1,0 0 1,0-28-16,0-84 15,28-1-15,0 57 16,0 0-16,0-57 16,0 85-16,28-57 15,-28 1-15,28 56 16</inkml:trace>
  <inkml:trace contextRef="#ctx0" brushRef="#br0" timeOffset="43101.27">20225 6022 0,'28'0'125,"0"0"-125,28 0 16,28 0-16,-27-28 15,-29 0-15,56-29 16,-56 29-16,1 28 16,-1-28-16,-28 84 46,0-27-30</inkml:trace>
  <inkml:trace contextRef="#ctx0" brushRef="#br0" timeOffset="53817.94">12264 8132 0,'28'0'234,"0"0"-203,1 0-15,-29 28 0,28 1-1,-28-1-15,28-28 16,-28 28-1,0 0 17,0 0-32,0 0 0,0 0 15,0 1 1,0-1 31,0 0-16,0 0-15,0 0 15,-28-28-31,28 28 16,-28-28-16,-1 28 15,1-28 16,28 29-15,-28-29-16,0 0 16,28 28-16,-28-28 15,0 28-15,0-28 47,28 28 31,28-28 47,0 0-125,28 0 16,-28 0-16,29 0 16,-29 0-1,0 0-15,0 0 16,28 0-16,-28 0 15,1 0 1,27 0-16,-28 0 16,0 0-1,0 0 1</inkml:trace>
  <inkml:trace contextRef="#ctx0" brushRef="#br0" timeOffset="62158.04">12208 8301 0,'-28'0'110,"0"0"-79,28-28-16,-28 28-15,-1 0 32,29-28-32,0 0 265,0 0-265,0-1 16,0 1 0,29 28-16,-29-28 15,28 28 298,0 0-282,0 0 297,0 0-297,0 0 1,0 0-32,0 0 15,1 0 63,-1 0-46</inkml:trace>
  <inkml:trace contextRef="#ctx0" brushRef="#br0" timeOffset="82562.98">13980 8470 0,'28'0'125,"0"0"-125,0 0 15,1 0-15,-1 0 16,0-28-16,0 28 16,56 0-16,-56 0 15,29 0-15,-29 0 16,28 0-16,29 0 0,-57 0 15,28 0-15,0 0 16,-28 0-16,29 0 16,-29 0-16,0 0 15,0 0-15,28 0 16,0 0 0,-27 0-16,-1 0 15,0 0-15,0 0 16,-28 28-16,28-28 15,0 0 1,0 0-16,0 0 16,1 0-16,-1 0 15,0 0 1,0 0-16,56 0 16,-56 0-16,1 0 15,-1 0 1,0 0-16,0 28 15,0-28 1,0 0 0,0 0-1,1 0 17,-1 0-17</inkml:trace>
  <inkml:trace contextRef="#ctx0" brushRef="#br0" timeOffset="159809.1">6920 10412 0,'28'-29'141,"0"29"-126,0 0 1,0 0-16,0 0 0,1 0 16,-1 0-16,0 0 15,0 0-15,0 0 16,0 0-16,0 0 15,0 0-15,1 0 16,-1 0 0,0 0 15,0 0-15,0 0-1,0 0-15,29 0 16,-29 0-1,0 0-15,56 0 16,-56 0-16,0 0 16,29 0-16,-29 0 0,0 0 15,0 0-15,28 0 16,-28 29-16,1-29 16,-1 0-16,28 0 15,-28 0 1,56 28-16,1-28 15,-57 0-15,28 0 16,1 0-16,-29 0 16,28 0-16,-28 0 15,0 0-15,0 28 16,0-28 0</inkml:trace>
  <inkml:trace contextRef="#ctx0" brushRef="#br0" timeOffset="164204.4">9367 10299 0,'28'0'125,"0"0"-125,0 0 16,1 0-16,-1 0 15,0 0-15,28 0 16,-28 0-16,0 0 16,57 0-16,-29 0 15,28 0-15,-56 0 16,29 0-16,-1 0 16,0 0-16,0 0 15,57 0-15,-57 0 16,57 0-16,-57 0 0,57 0 15,-85 0 1,28 0-16,0 0 0,-28 0 16,0 0-1,1 0-15,-1 0 16,0 0 0,0 0-1,0 0-15,0 0 16,0 0-1,0 0-15,1 0 32,-1 0-32,0 0 0,0 0 15,0 0 1,0 0 93</inkml:trace>
  <inkml:trace contextRef="#ctx0" brushRef="#br0" timeOffset="165457.81">12095 10186 0,'29'0'62,"27"0"-62,-28 0 16,0 0-16,0 0 15,0 0-15,0 0 16,1 0 0,-1 0-1,0 0 1,0 0-16,0 0 16,0 0-16,0 0 15,1 0-15,27 0 16,-28 0-16,28 0 15,-28 0-15,0 0 16,1 0-16,-1 0 16,0 0-16,0 0 15,0 0-15,0 0 16,0 0-16,0 0 16,1 0 62</inkml:trace>
  <inkml:trace contextRef="#ctx0" brushRef="#br0" timeOffset="166658.54">14205 10130 0,'56'0'125,"1"0"-109,-29 0-16,84 0 16,-55 0-16,83 0 15,-55 0-15,-1 0 16,85 0-16,-113 0 15,0 0-15,141 0 16,-141 0-16,1 0 16,27 0-16,57 0 15,-85 0-15,0 0 0,-28 0 16,57 0-16,-1 0 16,-56 0-16,28 0 31,-27 0-31,-1 0 0,0 0 0,0 0 15,0 0-15,56 0 16,-55 0-16,-1 0 16,0 0-16,0 0 15,0 0-15,0 0 16,0 0 0</inkml:trace>
  <inkml:trace contextRef="#ctx0" brushRef="#br0" timeOffset="168323.83">17130 10130 0,'29'0'46,"-1"0"-30,28-28-16,-28 28 16,0 0-16,0 0 15,0 0-15,29 0 16,-29 0-16,0 0 16,0 0-16,0 0 15,0 0-15,29 0 16,-29 0-1,28 0 1,-28 0-16,0 0 16,0 0-16,1 0 31,-1 0 0,0 0-15,0 0-1,0 0 1,0 0 0</inkml:trace>
  <inkml:trace contextRef="#ctx0" brushRef="#br0" timeOffset="169050.29">18734 9427 0,'56'0'78,"0"0"-62,-28 0-16,29 0 16,-29 0-1,28 0-15,0 0 0,-28 0 16,85 0-16,-85 0 15,0 0-15,0 28 16,0-28 0,1 0-1,-1 0 1,-28 28 15</inkml:trace>
  <inkml:trace contextRef="#ctx0" brushRef="#br0" timeOffset="169645.37">18931 9990 0,'84'0'94,"-56"0"-94,28-57 0,1 57 15,55 0-15,-84 0 16,57-28-16,-1 28 16,-56 0-16,29 0 15,-29 0-15,0 0 16</inkml:trace>
  <inkml:trace contextRef="#ctx0" brushRef="#br0" timeOffset="-104037.71">20309 9061 0,'-28'28'63,"28"0"-63,0 0 15,-28 0-15,28 1 16,-28-1-16,28 0 15,-29 28-15,29-28 16,0 0-16,0 1 16,0-1-16,-28 0 15,28 0-15,0 28 16,0-28-16,0 1 16,0-1-16,0 0 0,0 0 15,0 0 1,28 0 15,-28 0-31,57 1 16,-29-1-16,0-28 0,0 28 15,0 0-15,0-28 16,0 0 0,1 0-1,-1 0 32,0 0-31,0 0-16,0-28 0,0 0 15,0-29 1,1 29-16,-29 0 16,28 0-16,-28 0 15,0 0-15,0 0 16,0-29-16,0 29 15,0 0 1,0 0-16,0 0 16,0-29-16,0 29 15,0-56-15,0 28 0,-28-1 16,28 29-16,-29 0 16,29 0-16,0 0 15,0 0 1,-28 28 15,28-28-15,-28 28-16,28-29 15,-28 29-15,28-28 16,-28 28 0,0 0-1,0 0 63,-1 0-31</inkml:trace>
  <inkml:trace contextRef="#ctx0" brushRef="#br0" timeOffset="-98729.73">21518 9764 0</inkml:trace>
  <inkml:trace contextRef="#ctx0" brushRef="#br0" timeOffset="-96504.89">21209 9877 0,'28'0'78,"0"0"-63,0 0-15,1 0 32,-1 0-32,0 0 15,-56 0 204,0 0-219,28-28 16,-29 28-16,1 0 15,0-28-15,0 28 16,0 0-16,0 0 15,28-28-15,-28 28 63,28 28 234,0 0-297,0 28 15,0-28 1,0 0-16</inkml:trace>
  <inkml:trace contextRef="#ctx0" brushRef="#br0" timeOffset="-81329.79">14402 10355 0,'-28'0'46,"0"0"-46,0 0 0,-1 0 16,-55 0-16,56 0 16,0 28-1,-28-28-15,27 29 16,1-29-16,0 28 0,0-28 16,0 0-16,0 28 15,0 0 1,0-28-16,-1 28 15,1 0-15,-84 29 16,56-29-16,27 0 16,1 0-16,0 0 15,0 0-15,0 29 16,0-29-16,0 0 16,28 0-16,-29 0 15,29 0-15,-28-28 16,28 28-16,0 1 15,0-1 1,0 28-16,0 0 16,0 0-1,0 29-15,0-57 16,0 28-16,0 1 16,0-1-16,0-28 15,0 0 1,28 0-16,1 29 15,-1-29-15,0 0 16,0 0-16,0 0 16,28 28-16,1-27 15,27-1-15,-28 0 16,29 0 0,-29 56-16,56-55 15,1-1 1,-57 28-16,57-28 15,-1 0 1,1 0-16,-1 29 16,-27-57-1,27 28-15,-56-28 16,57 0-16,-29 28 16,1-28-1,-1 0-15,-28 0 16,1 0-1,-1 0-15,56 0 16,-55 0 0,27 0-1,-28 0-15,57-28 16,-57-29 0,57 29-16,-1 0 15,-56-56 1,57 56-1,-29 0-15,-56-1 16,29 1 0,-57 0-16,28 28 15,0-56 1,28 0-16,-28 27 16,0-27-1,1 0-15,27 0 16,-56-29-1,28-56 1,-28 113-16,0 0 16,0 0-16,0 0 15,0 0-15,0 0 16,0-1-16,0 1 0,-28 0 16,0 0-1,0 0-15,-1 0 16,-27 0-16,28 0 15,0-1-15,0 1 16,0 0-16,0-28 16,-57 0-16,57 56 15,-56-85-15,55 85 16,1-28-16,-28 0 16,-28 0-16,56 0 15,-29-1-15,1 1 16,0 28-16,-29-56 15,29 28-15,-56 0 16,84 0-16,-57-1 0,-27 1 16,27 28-16,29-56 15,-57 28-15,57 28 16,-56-28-16,55 28 16,29 0-16,-84 0 15,84 0 1,-57 0-16,57 0 15,0 0-15,0 0 16,0 0-16,-28 0 16,27 0-16,1 0 15,0 0-15,28 28 0,-28-28 16,0 0-16,0 28 16,0 0-1,-1-28-15,1 0 31,28 28 16,0 0-15</inkml:trace>
  <inkml:trace contextRef="#ctx0" brushRef="#br0" timeOffset="-79213.56">14655 13366 0,'-28'-28'16,"0"28"-16,0-28 31,0 28-15,-29 0-1,29 0 1,0 0-16,-28 0 16,28 28-1,-57 0-15,29 0 16,0-28 0,28 28-16,-29 1 15,-27 27 1,28-28-16,28 0 15,0 0 1,-85 29 0,85-29-16,0 28 15,0-28-15,-29 0 16,29 0-16,0 1 0,0-1 16,0-28-16,28 28 15,-56 56 1,56-56-16,-29 1 15,29-1-15,-28 0 16,28 28-16,-28-28 16,28 0-1,0 0 1,0 1 0,0-1-16,0 0 15,0 0-15,0 0 16,0 0-16,0 0 15,28 1-15,0-1 0,29 28 16,27-28-16,-28 57 16,1-57-16,55 28 15,-27 28-15,-57-55 16,28-1-16,0 0 16,0 56-16,1-84 15,-29 28-15,0 1 16,28-1-1,-28 0-15,0 0 16,29-28-16,-29 28 16,28 0-1,57 0-15,-57-28 16,28 28-16,29-28 16,-29 0-16,29 29 15,27-29-15,-27 0 16,-1 56-1,29-56-15,-28 28 16,-1-28-16,1 0 31,-29 0-31,57 0 0,-29 0 16,1 0 0,-1 0-16,1-56 15,-29 28 1,0-1-16,-27 1 15,27-56 1,-56 56-16,0-28 16,0 27-16,-28-27 15,0 28 1,0 0 0,0-28-16,0-1 15,0-27 1,0-1-1,0 1-15,-84 28 16,56-57 0,0 57-16,-28-29 15,-1-27 1,-27 56 0,28-29-16,-29 29 15,-27-28-15,55 55 16,-55-55-1,56 56 1,-57 0-16,1-57 16,55 57-1,-55 0-15,-1 0 16,1-28 0,-1 27-1,-27 1-15,27-28 16,1 56-1,55-28 1,-55 28-16,56 0 16,-1 0-16,-27 0 15,0 0 1,-1 56-16,29-56 16,0 28-1,-29-28 1,29 28-16,28-28 15,0 0 1,28 29 0</inkml:trace>
</inkml:ink>
</file>

<file path=ppt/ink/ink3.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105.96027" units="1/cm"/>
          <inkml:channelProperty channel="Y" name="resolution" value="63.82979" units="1/cm"/>
          <inkml:channelProperty channel="T" name="resolution" value="1" units="1/dev"/>
        </inkml:channelProperties>
      </inkml:inkSource>
      <inkml:timestamp xml:id="ts0" timeString="2025-03-02T06:30:05.435"/>
    </inkml:context>
    <inkml:brush xml:id="br0">
      <inkml:brushProperty name="width" value="0.05292" units="cm"/>
      <inkml:brushProperty name="height" value="0.05292" units="cm"/>
      <inkml:brushProperty name="color" value="#FF0000"/>
    </inkml:brush>
  </inkml:definitions>
  <inkml:trace contextRef="#ctx0" brushRef="#br0">1210 2223 0,'-28'0'0,"-29"0"31,29 0-31,-84 0 0,55 0 15,1 28-15,28-28 0,-56 28 16,27 1 0,29-1-16,-28 0 0,28 0 15,0 0-15,0 0 16,0 0 0,-1 1-16,29-1 0,-56 56 15,28-56-15,0 29 16,28-29-16,-28-28 15,28 28-15,-28 0 16,28 0-16,0 0 16,0 0-16,0 1 15,0 55-15,0-56 16,0 28-16,0-28 0,28 1 16,0 27-1,0-28-15,0 0 16,0 57-16,0-57 0,29 0 15,-1 0-15,-28 0 16,0-28-16,0 28 16,0-28-16,1 28 15,-29 1-15,56-29 32,-28 28-32,0-28 15,0 0-15,0 28 16,0-28-16,1 0 15,-1 0-15,0 0 0,0 0 16,0 0 0,0 0-16,0 0 31,29 0-31,-29 0 0,0 0 16,0 0-1,0 0 1,0 0-16,0 0 31,1 0-31,-1 0 16,0 0-1,28 0-15,-28-28 0,0 0 16,57-1 0,-57 1-16,0 0 15,28 0 1,-28 0-16,0 0 31,1 28 0,-1 0-31,0-28 16,28 28 0,-28-29-1,28 29-15,-27-28 16,-1 0-1,0 0-15,0 0 16,0 0-16,0-57 16,0 57-1,0-28 1,-28 0-16,0-1 16,0 1-1,0-28 1,0 56-16,0-29 15,0 1 1,-28-28-16,0 27 16,-56 1-1,56 28 1,0-57-16,-29 57 16,29 0-1,0 0-15,0 28 16,-56-28-1,27 0-15,-55-57 16,56 85-16,-57-28 16,57 28-16,-29-28 15,29 28-15,0-28 16,28 28-16,-29 0 16,29 0-16,0 0 15,0 0-15,0 0 16,0 0-16,0 0 0,0 0 15,-1 0 1,1 0-16,0 0 16,0 0-1,0 0 17</inkml:trace>
  <inkml:trace contextRef="#ctx0" brushRef="#br0" timeOffset="5149.55">2250 3602 0,'29'0'141,"-1"0"-110,0 0-15,0 0 15,0 0-16,0 0 1,57 0-16,-57 0 0,0 0 16,28 0-16,29 0 15,-57 0-15,112 0 16,-112 0-16,113 0 0,-85 0 16,85 0-16,-57 56 15,-27-56-15,27 0 16,-56 0-16,57 0 15,-29 0-15,-28 0 16,0 0-16,0 0 16,28 0-16,-27 0 15,-1 0-15,0 0 0,0 0 16,0 0-16,28 0 16,-28 0-16,1 0 15,-1 0-15,0 0 31,0 0-31,0 0 16,0 0-16,0 0 16,0 0-16,1 0 15,-1 0-15,0 0 16,0 0 0,0 0-1,0 0 95,29 0-110,-1 0 15,28 0-15,-56 0 16,29 0-16,-29 0 15,28 0-15,0 0 16,0 0-16,29 0 16,-29 0-16,0 0 0,-28 0 15,1 0-15,-1 0 16,0 0-16,0 0 31,0 0 0,0 0-31,0 0 16,1 0-16,-1 0 16,0 0-16,28 0 31,-28 0-31,0 0 0,0 0 16,1 0-16,-1 0 15,28 0-15,-28 0 16,0 0-16,0 0 15,0 0-15,1 0 0,-1 0 16,0 0 0,0 0-16,0 0 15,0 0 1,0 0 0,0 0-16,1 0 15,-1 0-15,0 0 16,28 0-1,-28 0-15,0 0 16,0 0 0,1 0-1,-1 0 1,0 0 0,0 0-1,0 0 1,0 0-16,29 0 0,-29 0 15,28 0 1,56 0-16,-55 0 16,27 0-16,-28 0 15,-28 28 1,29-28-16,-29 0 16,28 0-1,-28 0-15,0 0 16,0 0-16,1 0 15,-1 0-15,0 0 16,0 0 0,0 0-16,0 0 15,0 0 1,0 0 0</inkml:trace>
  <inkml:trace contextRef="#ctx0" brushRef="#br0" timeOffset="29515.99">6048 9061 0,'-28'0'94,"0"0"-79,-1 0 1,1 28-16,0 0 0,0 0 16,0 0-1,28 1 1,-28-1-16,28 0 0,0 0 15,-28 0-15,28 0 16,0 0 0,0 1-1,0-1-15,0 0 16,0 0 0,0 0-16,0 0 0,0 0 31,0 1 0,28-1-31,-28 0 16,28 0-16,0 0 15,56 57-15,-55-57 16,-1 0-16,56 0 16,-56 0-16,28 0 15,-27-28-15,27 57 16,-28-29-16,0-28 15,-28 28-15,28 0 16,0-28-16,1 28 0,-1 0 16,0-28-16,0 28 15,28 0-15,-28-28 16,0 29-16,29-29 16,-29 28-1,0-28-15,0 0 16,-28 28-16,56-28 15,29 28-15,-57-28 16,56 0-16,-56 28 16,57-28-16,-1 0 15,0 0-15,-55 0 16,55 0-16,0 0 0,1 0 16,-57 0-1,56-28-15,-56 0 0,29 0 16,-29 28-16,84-57 15,-84 29-15,1 28 16,-1-28-16,28 0 16,-28 0-16,28-56 15,-28 55-15,1-27 16,-1 28-16,0 0 16,-28-28-16,28 27 15,-28 1-15,28-28 16,-28 0-16,0 28 15,0-57-15,0 29 16,0 0-16,0-1 16,0 1-16,0-28 0,-28 27 15,28-27-15,-28 28 16,0-1-16,-29-27 16,1 28-16,28-29 15,0 57 1,0-28-16,-57 28 15,57 0-15,-28-1 16,0 1-16,28 0 16,-57 28-1,29-28-15,0-28 0,-29 56 16,57 0-16,-28 0 16,28 0-16,0 0 15,-29 0-15,29 0 16,-28 0-16,-85 56 15,57-56-15,56 28 16,-28-28-16,28 28 16,-29-28-16,29 28 15,0-28 1,28 29 15,-28-1-15,0 0-1,28 0 17,-28-28-1</inkml:trace>
  <inkml:trace contextRef="#ctx0" brushRef="#br0" timeOffset="37858.71">4529 10383 0,'28'0'63,"28"0"-48,1 0-15,-29 0 16,0-28-16,28 28 15,-28 0-15,0 0 16,0 0-16,1 0 16,-1 0-16,28 0 15,-28 0-15,0 0 16,0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28495-A322-4DCE-B456-BC8AF28B651C}" type="datetimeFigureOut">
              <a:rPr lang="en-US" smtClean="0"/>
              <a:t>27/03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DFDE2-C36F-4F76-A40D-A690541279EF}" type="slidenum">
              <a:rPr lang="en-US" smtClean="0"/>
              <a:t>‹#›</a:t>
            </a:fld>
            <a:endParaRPr lang="en-US"/>
          </a:p>
        </p:txBody>
      </p:sp>
    </p:spTree>
    <p:extLst>
      <p:ext uri="{BB962C8B-B14F-4D97-AF65-F5344CB8AC3E}">
        <p14:creationId xmlns:p14="http://schemas.microsoft.com/office/powerpoint/2010/main" val="362156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800" b="0" i="0">
                <a:solidFill>
                  <a:srgbClr val="000000"/>
                </a:solidFill>
                <a:effectLst/>
                <a:latin typeface="VnNimbusRomanNo9L"/>
              </a:rPr>
              <a:t>Con chó có thể phân biệt được người thân trong gia đình và người lạ hay đứa trẻ có thể phân biệt được các con vật. Những việc tưởng chừng như rất đơn giản nhưng lại cực kì khó để thực hiện bằng máy tính. Vậy sự khác biệt nằm ở đâu? Câu trả lời nằm ở cấu trúc bộ não với lượng lớn các nơ-ron thần kinh liên kết với nhau. Liệu máy tính có thể mô phỏng lại cấu trúc bộ não để giải các bài toán trên ???</a:t>
            </a:r>
            <a:r>
              <a:rPr lang="vi-VN"/>
              <a:t> </a:t>
            </a:r>
            <a:br>
              <a:rPr lang="vi-VN"/>
            </a:br>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a:t>
            </a:fld>
            <a:endParaRPr lang="en-US"/>
          </a:p>
        </p:txBody>
      </p:sp>
    </p:spTree>
    <p:extLst>
      <p:ext uri="{BB962C8B-B14F-4D97-AF65-F5344CB8AC3E}">
        <p14:creationId xmlns:p14="http://schemas.microsoft.com/office/powerpoint/2010/main" val="857950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sz="1800" b="0" i="0">
                <a:solidFill>
                  <a:srgbClr val="000000"/>
                </a:solidFill>
                <a:effectLst/>
                <a:latin typeface="VnNimbusRomanNo9L"/>
              </a:rPr>
              <a:t>Nơ-ron là đơn vị cơ bản cấu tạo hệ thống thần kinh và là thành phần quan trọng nhất của não. Đầu chúng ta gồm khoảng 10 triệu nơ-ron và mỗi nơ-ron lại liên kết với tầm 10.000 nơ-ron khác.</a:t>
            </a:r>
            <a:endParaRPr lang="en-US" sz="1800" b="0" i="0">
              <a:solidFill>
                <a:srgbClr val="000000"/>
              </a:solidFill>
              <a:effectLst/>
              <a:latin typeface="VnNimbusRomanNo9L"/>
            </a:endParaRPr>
          </a:p>
          <a:p>
            <a:pPr>
              <a:buNone/>
            </a:pPr>
            <a:endParaRPr lang="vi-VN" sz="1800" b="0" i="0">
              <a:solidFill>
                <a:srgbClr val="000000"/>
              </a:solidFill>
              <a:effectLst/>
              <a:latin typeface="VnNimbusRomanNo9L"/>
            </a:endParaRPr>
          </a:p>
          <a:p>
            <a:pPr>
              <a:buNone/>
            </a:pPr>
            <a:r>
              <a:rPr lang="vi-VN" sz="1800" b="0" i="0">
                <a:solidFill>
                  <a:srgbClr val="000000"/>
                </a:solidFill>
                <a:effectLst/>
                <a:latin typeface="VnNimbusRomanNo9L"/>
              </a:rPr>
              <a:t>Ở mỗi nơ-ron có phần thân (soma) chứa nhân, các tín hiệu đầu vào qua sợi nhánh (dendrites) và các tín hiệu đầu ra qua sợi trục (axon) kết nối với các nơ-ron khác. Hiểu đơn giản mỗi nơ-ron nhận dữ liệu đầu vào qua sợi nhánh và truyền dữ liệu đầu ra qua sợi trục, đến các sợi nhánh của các nơ-ron khác.</a:t>
            </a:r>
            <a:endParaRPr lang="en-US" sz="1800" b="0" i="0">
              <a:solidFill>
                <a:srgbClr val="000000"/>
              </a:solidFill>
              <a:effectLst/>
              <a:latin typeface="VnNimbusRomanNo9L"/>
            </a:endParaRPr>
          </a:p>
          <a:p>
            <a:pPr>
              <a:buNone/>
            </a:pPr>
            <a:endParaRPr lang="vi-VN" sz="1800" b="0" i="0">
              <a:solidFill>
                <a:srgbClr val="000000"/>
              </a:solidFill>
              <a:effectLst/>
              <a:latin typeface="VnNimbusRomanNo9L"/>
            </a:endParaRPr>
          </a:p>
          <a:p>
            <a:pPr>
              <a:buNone/>
            </a:pPr>
            <a:r>
              <a:rPr lang="vi-VN" sz="1800" b="0" i="0">
                <a:solidFill>
                  <a:srgbClr val="000000"/>
                </a:solidFill>
                <a:effectLst/>
                <a:latin typeface="VnNimbusRomanNo9L"/>
              </a:rPr>
              <a:t>Mỗi nơ-ron nhận xung điện từ các nơ-ron khác qua sợi nhánh. Nếu các xung điện này đủ lớn để kích hoạt nơ-ron, thì tín hiệu này đi qua sợi trục đến các sợi nhánh của các nơ-ron khác. =&gt; Ở</a:t>
            </a:r>
            <a:r>
              <a:rPr lang="vi-VN" sz="2800"/>
              <a:t> </a:t>
            </a:r>
            <a:r>
              <a:rPr lang="vi-VN" sz="1800" b="0" i="0">
                <a:solidFill>
                  <a:srgbClr val="000000"/>
                </a:solidFill>
                <a:effectLst/>
                <a:latin typeface="VnNimbusRomanNo9L"/>
              </a:rPr>
              <a:t>mỗi nơ-ron cần quyết định có kích hoạt nơ-ron đấy hay không. Tương tự các hoạt động của hàm sigmoid bài trước.</a:t>
            </a:r>
            <a:endParaRPr lang="en-US" sz="1800" b="0" i="0">
              <a:solidFill>
                <a:srgbClr val="000000"/>
              </a:solidFill>
              <a:effectLst/>
              <a:latin typeface="VnNimbusRomanNo9L"/>
            </a:endParaRPr>
          </a:p>
          <a:p>
            <a:pPr>
              <a:buNone/>
            </a:pPr>
            <a:endParaRPr lang="vi-VN" sz="1800" b="0" i="0">
              <a:solidFill>
                <a:srgbClr val="000000"/>
              </a:solidFill>
              <a:effectLst/>
              <a:latin typeface="VnNimbusRomanNo9L"/>
            </a:endParaRPr>
          </a:p>
          <a:p>
            <a:pPr>
              <a:buNone/>
            </a:pPr>
            <a:r>
              <a:rPr lang="vi-VN" sz="1800" b="0" i="0">
                <a:solidFill>
                  <a:srgbClr val="000000"/>
                </a:solidFill>
                <a:effectLst/>
                <a:latin typeface="VnNimbusRomanNo9L"/>
              </a:rPr>
              <a:t>Tuy nhiên NN chỉ là lấy cảm hứng từ não bộ và cách nó hoạt động, chứ không phải bắt chước toàn bộ các chức năng của nó. Việc chính của chúng ta là dùng mô hình đấy đi giải quyết các bài toán chúng ta cần.</a:t>
            </a:r>
            <a:r>
              <a:rPr lang="vi-VN" sz="4000"/>
              <a:t> </a:t>
            </a:r>
            <a:br>
              <a:rPr lang="vi-VN" sz="4000"/>
            </a:br>
            <a:br>
              <a:rPr lang="vi-VN" sz="2800"/>
            </a:br>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3</a:t>
            </a:fld>
            <a:endParaRPr lang="en-US"/>
          </a:p>
        </p:txBody>
      </p:sp>
    </p:spTree>
    <p:extLst>
      <p:ext uri="{BB962C8B-B14F-4D97-AF65-F5344CB8AC3E}">
        <p14:creationId xmlns:p14="http://schemas.microsoft.com/office/powerpoint/2010/main" val="1671102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4</a:t>
            </a:fld>
            <a:endParaRPr lang="en-US"/>
          </a:p>
        </p:txBody>
      </p:sp>
    </p:spTree>
    <p:extLst>
      <p:ext uri="{BB962C8B-B14F-4D97-AF65-F5344CB8AC3E}">
        <p14:creationId xmlns:p14="http://schemas.microsoft.com/office/powerpoint/2010/main" val="3017809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5</a:t>
            </a:fld>
            <a:endParaRPr lang="en-US"/>
          </a:p>
        </p:txBody>
      </p:sp>
    </p:spTree>
    <p:extLst>
      <p:ext uri="{BB962C8B-B14F-4D97-AF65-F5344CB8AC3E}">
        <p14:creationId xmlns:p14="http://schemas.microsoft.com/office/powerpoint/2010/main" val="3120779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6</a:t>
            </a:fld>
            <a:endParaRPr lang="en-US"/>
          </a:p>
        </p:txBody>
      </p:sp>
    </p:spTree>
    <p:extLst>
      <p:ext uri="{BB962C8B-B14F-4D97-AF65-F5344CB8AC3E}">
        <p14:creationId xmlns:p14="http://schemas.microsoft.com/office/powerpoint/2010/main" val="1661823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sz="1800" b="0" i="0">
                <a:solidFill>
                  <a:srgbClr val="000000"/>
                </a:solidFill>
                <a:effectLst/>
                <a:latin typeface="VnNimbusRomanNo9L"/>
              </a:rPr>
              <a:t>Ví dụ như ở hình trên có 1 input layer, 2 hidden layer và 1 output layer. Số lượng layer của mô hình là 3 layer.</a:t>
            </a:r>
          </a:p>
          <a:p>
            <a:pPr>
              <a:buNone/>
            </a:pPr>
            <a:r>
              <a:rPr lang="vi-VN" sz="1800" b="0" i="0">
                <a:solidFill>
                  <a:srgbClr val="000000"/>
                </a:solidFill>
                <a:effectLst/>
                <a:latin typeface="VnNimbusRomanNo9L"/>
              </a:rPr>
              <a:t>Mỗi node trong hidden layer và output layer :</a:t>
            </a:r>
          </a:p>
          <a:p>
            <a:pPr>
              <a:buNone/>
            </a:pPr>
            <a:r>
              <a:rPr lang="vi-VN" sz="1800" b="0" i="0">
                <a:solidFill>
                  <a:srgbClr val="000000"/>
                </a:solidFill>
                <a:effectLst/>
                <a:latin typeface="NimbusRomNo9L-Regu"/>
              </a:rPr>
              <a:t>• </a:t>
            </a:r>
            <a:r>
              <a:rPr lang="vi-VN" sz="1800" b="0" i="0">
                <a:solidFill>
                  <a:srgbClr val="000000"/>
                </a:solidFill>
                <a:effectLst/>
                <a:latin typeface="VnNimbusRomanNo9L"/>
              </a:rPr>
              <a:t>Liên kết với tất cả các node ở layer trước đó với các hệ số w riêng.</a:t>
            </a:r>
          </a:p>
          <a:p>
            <a:pPr>
              <a:buNone/>
            </a:pPr>
            <a:r>
              <a:rPr lang="vi-VN" sz="1800" b="0" i="0">
                <a:solidFill>
                  <a:srgbClr val="000000"/>
                </a:solidFill>
                <a:effectLst/>
                <a:latin typeface="NimbusRomNo9L-Regu"/>
              </a:rPr>
              <a:t>• </a:t>
            </a:r>
            <a:r>
              <a:rPr lang="vi-VN" sz="1800" b="0" i="0">
                <a:solidFill>
                  <a:srgbClr val="000000"/>
                </a:solidFill>
                <a:effectLst/>
                <a:latin typeface="VnNimbusRomanNo9L"/>
              </a:rPr>
              <a:t>Mỗi node có 1 hệ số bias b riêng.</a:t>
            </a:r>
          </a:p>
          <a:p>
            <a:pPr>
              <a:buNone/>
            </a:pPr>
            <a:r>
              <a:rPr lang="vi-VN" sz="1800" b="0" i="0">
                <a:solidFill>
                  <a:srgbClr val="000000"/>
                </a:solidFill>
                <a:effectLst/>
                <a:latin typeface="NimbusRomNo9L-Regu"/>
              </a:rPr>
              <a:t>• </a:t>
            </a:r>
            <a:r>
              <a:rPr lang="vi-VN" sz="1800" b="0" i="0">
                <a:solidFill>
                  <a:srgbClr val="000000"/>
                </a:solidFill>
                <a:effectLst/>
                <a:latin typeface="VnNimbusRomanNo9L"/>
              </a:rPr>
              <a:t>Diễn ra 2 bước: tính tổng linear và áp dụng activation function.</a:t>
            </a:r>
            <a:r>
              <a:rPr lang="vi-VN"/>
              <a:t> </a:t>
            </a:r>
            <a:br>
              <a:rPr lang="vi-VN"/>
            </a:br>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8</a:t>
            </a:fld>
            <a:endParaRPr lang="en-US"/>
          </a:p>
        </p:txBody>
      </p:sp>
    </p:spTree>
    <p:extLst>
      <p:ext uri="{BB962C8B-B14F-4D97-AF65-F5344CB8AC3E}">
        <p14:creationId xmlns:p14="http://schemas.microsoft.com/office/powerpoint/2010/main" val="3352795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2.2 Các hàm kích hoạt phổ biến</a:t>
            </a:r>
          </a:p>
          <a:p>
            <a:pPr>
              <a:buNone/>
            </a:pPr>
            <a:r>
              <a:rPr lang="vi-VN"/>
              <a:t>Hàm kích hoạt quyết định đầu ra của nơ-ron và đóng vai trò quan trọng trong việc mô hình hóa các mối quan hệ phi tuyến.</a:t>
            </a:r>
          </a:p>
          <a:p>
            <a:pPr>
              <a:buNone/>
            </a:pPr>
            <a:r>
              <a:rPr lang="vi-VN" b="1"/>
              <a:t>a) Hàm Step (Bước)</a:t>
            </a:r>
          </a:p>
          <a:p>
            <a:pPr>
              <a:buNone/>
            </a:pPr>
            <a:r>
              <a:rPr lang="vi-VN"/>
              <a:t>Copy</a:t>
            </a:r>
          </a:p>
          <a:p>
            <a:pPr>
              <a:buNone/>
            </a:pPr>
            <a:r>
              <a:rPr lang="vi-VN"/>
              <a:t>f(z) = 1 nếu z &gt; 0 = 0 nếu z ≤ 0</a:t>
            </a:r>
          </a:p>
          <a:p>
            <a:pPr>
              <a:buNone/>
            </a:pPr>
            <a:r>
              <a:rPr lang="vi-VN"/>
              <a:t>Ứng dụng: Phân loại nhị phân đơn giản</a:t>
            </a:r>
          </a:p>
          <a:p>
            <a:pPr>
              <a:buNone/>
            </a:pPr>
            <a:r>
              <a:rPr lang="vi-VN" b="1"/>
              <a:t>b) Hàm Sigmoid</a:t>
            </a:r>
          </a:p>
          <a:p>
            <a:pPr>
              <a:buNone/>
            </a:pPr>
            <a:r>
              <a:rPr lang="vi-VN"/>
              <a:t>Copy</a:t>
            </a:r>
          </a:p>
          <a:p>
            <a:pPr>
              <a:buNone/>
            </a:pPr>
            <a:r>
              <a:rPr lang="vi-VN"/>
              <a:t>f(z) = 1 / (1 + e^(-z))</a:t>
            </a:r>
          </a:p>
          <a:p>
            <a:pPr>
              <a:buNone/>
            </a:pPr>
            <a:r>
              <a:rPr lang="vi-VN"/>
              <a:t>Ứng dụng: Phân loại nhị phân (đầu ra từ 0 đến 1)</a:t>
            </a:r>
          </a:p>
          <a:p>
            <a:pPr>
              <a:buNone/>
            </a:pPr>
            <a:r>
              <a:rPr lang="vi-VN" b="1"/>
              <a:t>c) Hàm Tanh (Hyperbolic Tangent)</a:t>
            </a:r>
          </a:p>
          <a:p>
            <a:pPr>
              <a:buNone/>
            </a:pPr>
            <a:r>
              <a:rPr lang="vi-VN"/>
              <a:t>Copy</a:t>
            </a:r>
          </a:p>
          <a:p>
            <a:pPr>
              <a:buNone/>
            </a:pPr>
            <a:r>
              <a:rPr lang="vi-VN"/>
              <a:t>f(z) = (e^z - e^(-z)) / (e^z + e^(-z))</a:t>
            </a:r>
          </a:p>
          <a:p>
            <a:pPr>
              <a:buNone/>
            </a:pPr>
            <a:r>
              <a:rPr lang="vi-VN"/>
              <a:t>Ứng dụng: Tương tự sigmoid nhưng đầu ra từ -1 đến 1</a:t>
            </a:r>
          </a:p>
          <a:p>
            <a:pPr>
              <a:buNone/>
            </a:pPr>
            <a:r>
              <a:rPr lang="vi-VN" b="1"/>
              <a:t>d) Hàm ReLU (Rectified Linear Unit)</a:t>
            </a:r>
          </a:p>
          <a:p>
            <a:pPr>
              <a:buNone/>
            </a:pPr>
            <a:r>
              <a:rPr lang="vi-VN"/>
              <a:t>Copy</a:t>
            </a:r>
          </a:p>
          <a:p>
            <a:pPr>
              <a:buNone/>
            </a:pPr>
            <a:r>
              <a:rPr lang="vi-VN"/>
              <a:t>f(z) = max(0, z)</a:t>
            </a:r>
          </a:p>
          <a:p>
            <a:pPr>
              <a:buNone/>
            </a:pPr>
            <a:r>
              <a:rPr lang="vi-VN"/>
              <a:t>Ứng dụng: Phổ biến trong các mạng sâu, giúp giảm vấn đề vanishing gradient</a:t>
            </a:r>
          </a:p>
          <a:p>
            <a:pPr>
              <a:buNone/>
            </a:pPr>
            <a:r>
              <a:rPr lang="vi-VN" b="1"/>
              <a:t>Ví dụ 2: Các hàm kích hoạt</a:t>
            </a:r>
            <a:r>
              <a:rPr lang="vi-VN"/>
              <a:t> Giả sử z = -2:</a:t>
            </a:r>
          </a:p>
          <a:p>
            <a:pPr>
              <a:buFont typeface="Arial" panose="020B0604020202020204" pitchFamily="34" charset="0"/>
              <a:buChar char="•"/>
            </a:pPr>
            <a:r>
              <a:rPr lang="vi-VN"/>
              <a:t>Step: f(-2) = 0</a:t>
            </a:r>
          </a:p>
          <a:p>
            <a:pPr>
              <a:buFont typeface="Arial" panose="020B0604020202020204" pitchFamily="34" charset="0"/>
              <a:buChar char="•"/>
            </a:pPr>
            <a:r>
              <a:rPr lang="vi-VN"/>
              <a:t>Sigmoid: f(-2) = 1/(1+e²) ≈ 0.119</a:t>
            </a:r>
          </a:p>
          <a:p>
            <a:pPr>
              <a:buFont typeface="Arial" panose="020B0604020202020204" pitchFamily="34" charset="0"/>
              <a:buChar char="•"/>
            </a:pPr>
            <a:r>
              <a:rPr lang="vi-VN"/>
              <a:t>Tanh: f(-2) ≈ -0.964</a:t>
            </a:r>
          </a:p>
          <a:p>
            <a:pPr>
              <a:buFont typeface="Arial" panose="020B0604020202020204" pitchFamily="34" charset="0"/>
              <a:buChar char="•"/>
            </a:pPr>
            <a:r>
              <a:rPr lang="vi-VN"/>
              <a:t>ReLU: f(-2) = max(0, -2) = 0</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10</a:t>
            </a:fld>
            <a:endParaRPr lang="en-US"/>
          </a:p>
        </p:txBody>
      </p:sp>
    </p:spTree>
    <p:extLst>
      <p:ext uri="{BB962C8B-B14F-4D97-AF65-F5344CB8AC3E}">
        <p14:creationId xmlns:p14="http://schemas.microsoft.com/office/powerpoint/2010/main" val="2985920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Giải thích chi tiết về quá trình lan truyền trong mạng nơ-ron</a:t>
            </a:r>
          </a:p>
          <a:p>
            <a:pPr>
              <a:buNone/>
            </a:pPr>
            <a:r>
              <a:rPr lang="vi-VN"/>
              <a:t>Ảnh của bạn cho thấy một ví dụ cụ thể về mạng nơ-ron với 3 lớp (lớp đầu vào, lớp ẩn và lớp đầu ra) và quá trình lan truyền tiến (forward propagation) cũng như lan truyền ngược (backpropagation). Tôi sẽ giải thích chi tiết từng bước một.</a:t>
            </a:r>
          </a:p>
          <a:p>
            <a:pPr>
              <a:buNone/>
            </a:pPr>
            <a:r>
              <a:rPr lang="vi-VN" b="1"/>
              <a:t>1. Cấu trúc mạng nơ-ron</a:t>
            </a:r>
          </a:p>
          <a:p>
            <a:pPr>
              <a:buNone/>
            </a:pPr>
            <a:r>
              <a:rPr lang="vi-VN"/>
              <a:t>Từ </a:t>
            </a:r>
            <a:r>
              <a:rPr lang="vi-VN" b="1"/>
              <a:t>Ảnh 1</a:t>
            </a:r>
            <a:r>
              <a:rPr lang="vi-VN"/>
              <a:t>, ta thấy mạng nơ-ron gồm:</a:t>
            </a:r>
          </a:p>
          <a:p>
            <a:pPr>
              <a:buFont typeface="Arial" panose="020B0604020202020204" pitchFamily="34" charset="0"/>
              <a:buChar char="•"/>
            </a:pPr>
            <a:r>
              <a:rPr lang="vi-VN" b="1"/>
              <a:t>Lớp đầu vào</a:t>
            </a:r>
            <a:r>
              <a:rPr lang="vi-VN"/>
              <a:t>: 2 nơ-ron (i₁, i₂) với giá trị đầu vào lần lượt là 0.05 và 0.1</a:t>
            </a:r>
          </a:p>
          <a:p>
            <a:pPr>
              <a:buFont typeface="Arial" panose="020B0604020202020204" pitchFamily="34" charset="0"/>
              <a:buChar char="•"/>
            </a:pPr>
            <a:r>
              <a:rPr lang="vi-VN" b="1"/>
              <a:t>Lớp ẩn</a:t>
            </a:r>
            <a:r>
              <a:rPr lang="vi-VN"/>
              <a:t>: 2 nơ-ron (h₁, h₂)</a:t>
            </a:r>
          </a:p>
          <a:p>
            <a:pPr>
              <a:buFont typeface="Arial" panose="020B0604020202020204" pitchFamily="34" charset="0"/>
              <a:buChar char="•"/>
            </a:pPr>
            <a:r>
              <a:rPr lang="vi-VN" b="1"/>
              <a:t>Lớp đầu ra</a:t>
            </a:r>
            <a:r>
              <a:rPr lang="vi-VN"/>
              <a:t>: 2 nơ-ron (o₁, o₂) với giá trị mục tiêu lần lượt là 0.01 và 0.99</a:t>
            </a:r>
          </a:p>
          <a:p>
            <a:pPr>
              <a:buFont typeface="Arial" panose="020B0604020202020204" pitchFamily="34" charset="0"/>
              <a:buChar char="•"/>
            </a:pPr>
            <a:r>
              <a:rPr lang="vi-VN" b="1"/>
              <a:t>Trọng số</a:t>
            </a:r>
            <a:r>
              <a:rPr lang="vi-VN"/>
              <a:t>: </a:t>
            </a:r>
          </a:p>
          <a:p>
            <a:pPr marL="742950" lvl="1" indent="-285750">
              <a:buFont typeface="Arial" panose="020B0604020202020204" pitchFamily="34" charset="0"/>
              <a:buChar char="•"/>
            </a:pPr>
            <a:r>
              <a:rPr lang="vi-VN"/>
              <a:t>Từ đầu vào đến lớp ẩn: w₁ = 0.15, w₂ = 0.2, w₃ = 0.25, w₄ = 0.3</a:t>
            </a:r>
          </a:p>
          <a:p>
            <a:pPr marL="742950" lvl="1" indent="-285750">
              <a:buFont typeface="Arial" panose="020B0604020202020204" pitchFamily="34" charset="0"/>
              <a:buChar char="•"/>
            </a:pPr>
            <a:r>
              <a:rPr lang="vi-VN"/>
              <a:t>Từ lớp ẩn đến đầu ra: w₅ = 0.4, w₆ = 0.45, w₇ = 0.5, w₈ = 0.55</a:t>
            </a:r>
          </a:p>
          <a:p>
            <a:pPr>
              <a:buFont typeface="Arial" panose="020B0604020202020204" pitchFamily="34" charset="0"/>
              <a:buChar char="•"/>
            </a:pPr>
            <a:r>
              <a:rPr lang="vi-VN" b="1"/>
              <a:t>Hệ số bias</a:t>
            </a:r>
            <a:r>
              <a:rPr lang="vi-VN"/>
              <a:t>: </a:t>
            </a:r>
          </a:p>
          <a:p>
            <a:pPr marL="742950" lvl="1" indent="-285750">
              <a:buFont typeface="Arial" panose="020B0604020202020204" pitchFamily="34" charset="0"/>
              <a:buChar char="•"/>
            </a:pPr>
            <a:r>
              <a:rPr lang="vi-VN"/>
              <a:t>Cho lớp ẩn: b₁ = 0.35</a:t>
            </a:r>
          </a:p>
          <a:p>
            <a:pPr marL="742950" lvl="1" indent="-285750">
              <a:buFont typeface="Arial" panose="020B0604020202020204" pitchFamily="34" charset="0"/>
              <a:buChar char="•"/>
            </a:pPr>
            <a:r>
              <a:rPr lang="vi-VN"/>
              <a:t>Cho lớp đầu ra: b₂ = 0.6</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18</a:t>
            </a:fld>
            <a:endParaRPr lang="en-US"/>
          </a:p>
        </p:txBody>
      </p:sp>
    </p:spTree>
    <p:extLst>
      <p:ext uri="{BB962C8B-B14F-4D97-AF65-F5344CB8AC3E}">
        <p14:creationId xmlns:p14="http://schemas.microsoft.com/office/powerpoint/2010/main" val="1680394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2. Lan truyền tiến (Forward Propagation)</a:t>
            </a:r>
          </a:p>
          <a:p>
            <a:pPr>
              <a:buNone/>
            </a:pPr>
            <a:r>
              <a:rPr lang="vi-VN"/>
              <a:t>Từ </a:t>
            </a:r>
            <a:r>
              <a:rPr lang="vi-VN" b="1"/>
              <a:t>Ảnh 2</a:t>
            </a:r>
            <a:r>
              <a:rPr lang="vi-VN"/>
              <a:t>, ta thấy quy trình lan truyền tiến:</a:t>
            </a:r>
          </a:p>
          <a:p>
            <a:pPr>
              <a:buNone/>
            </a:pPr>
            <a:r>
              <a:rPr lang="vi-VN" b="1"/>
              <a:t>Bước 1: Tính đầu vào tổng và đầu ra cho nơ-ron h₁ trong lớp ẩn</a:t>
            </a:r>
          </a:p>
          <a:p>
            <a:pPr>
              <a:buNone/>
            </a:pPr>
            <a:r>
              <a:rPr lang="vi-VN"/>
              <a:t>Copy</a:t>
            </a:r>
          </a:p>
          <a:p>
            <a:pPr>
              <a:buNone/>
            </a:pPr>
            <a:r>
              <a:rPr lang="vi-VN"/>
              <a:t>in_h1 = w₁ × i₁ + w₂ × i₂ + b₁ = 0.15 × 0.05 + 0.2 × 0.1 + 0.35 = 0.0075 + 0.02 + 0.35 = 0.3775 out_h1 = sigmoid(in_h1) = sigmoid(0.3775) = 0.593</a:t>
            </a:r>
          </a:p>
          <a:p>
            <a:pPr>
              <a:buNone/>
            </a:pPr>
            <a:r>
              <a:rPr lang="vi-VN" b="1"/>
              <a:t>Bước 2: Tính đầu vào tổng và đầu ra cho nơ-ron h₂ trong lớp ẩn</a:t>
            </a:r>
          </a:p>
          <a:p>
            <a:pPr>
              <a:buNone/>
            </a:pPr>
            <a:r>
              <a:rPr lang="vi-VN"/>
              <a:t>Copy</a:t>
            </a:r>
          </a:p>
          <a:p>
            <a:pPr>
              <a:buNone/>
            </a:pPr>
            <a:r>
              <a:rPr lang="vi-VN"/>
              <a:t>in_h2 = w₃ × i₁ + w₄ × i₂ + b₁ = 0.25 × 0.05 + 0.3 × 0.1 + 0.35 = 0.0125 + 0.03 + 0.35 = 0.3925 out_h2 = sigmoid(in_h2) = sigmoid(0.3925) = 0.597</a:t>
            </a:r>
          </a:p>
          <a:p>
            <a:r>
              <a:rPr lang="vi-VN" i="1"/>
              <a:t>Chú ý: Có lỗi nhỏ trong ảnh 2, sigmoid(in_h2) viết nhầm thành sigmoid(in_h1)</a:t>
            </a:r>
            <a:endParaRPr lang="en-US" i="1"/>
          </a:p>
          <a:p>
            <a:endParaRPr lang="en-US" i="1"/>
          </a:p>
          <a:p>
            <a:pPr>
              <a:buNone/>
            </a:pPr>
            <a:r>
              <a:rPr lang="vi-VN" b="1"/>
              <a:t>Bước 3: Tính đầu vào tổng và đầu ra cho nơ-ron o₁ trong lớp đầu ra</a:t>
            </a:r>
          </a:p>
          <a:p>
            <a:pPr>
              <a:buNone/>
            </a:pPr>
            <a:r>
              <a:rPr lang="vi-VN"/>
              <a:t>Copy</a:t>
            </a:r>
          </a:p>
          <a:p>
            <a:pPr>
              <a:buNone/>
            </a:pPr>
            <a:r>
              <a:rPr lang="vi-VN"/>
              <a:t>in_o1 = w₅ × out_h1 + w₆ × out_h2 + b₂ = 0.4 × 0.593 + 0.45 × 0.597 + 0.6 = 0.2372 + 0.26865 + 0.6 = 1.10585 out_o1 = sigmoid(in_o1) = sigmoid(1.10585) = 0.751</a:t>
            </a:r>
          </a:p>
          <a:p>
            <a:pPr>
              <a:buNone/>
            </a:pPr>
            <a:r>
              <a:rPr lang="vi-VN" b="1"/>
              <a:t>Bước 4: Tính đầu vào tổng và đầu ra cho nơ-ron o₂ trong lớp đầu ra</a:t>
            </a:r>
          </a:p>
          <a:p>
            <a:pPr>
              <a:buNone/>
            </a:pPr>
            <a:r>
              <a:rPr lang="vi-VN"/>
              <a:t>Copy</a:t>
            </a:r>
          </a:p>
          <a:p>
            <a:r>
              <a:rPr lang="vi-VN"/>
              <a:t>in_o2 = w₇ × out_h1 + w₈ × out_h2 + b₂ = 0.5 × 0.593 + 0.55 × 0.597 + 0.6 = 0.2965 + 0.32835 + 0.6 = 1.22485 out_o2 = sigmoid(in_o2) = sigmoid(1.22485) = 0.773</a:t>
            </a:r>
          </a:p>
          <a:p>
            <a:endParaRPr lang="vi-VN"/>
          </a:p>
          <a:p>
            <a:pPr>
              <a:buNone/>
            </a:pPr>
            <a:r>
              <a:rPr lang="vi-VN" b="1"/>
              <a:t>Bước 5: Tính hàm mất mát (loss function)</a:t>
            </a:r>
          </a:p>
          <a:p>
            <a:pPr>
              <a:buNone/>
            </a:pPr>
            <a:r>
              <a:rPr lang="vi-VN"/>
              <a:t>Hàm mất mát được sử dụng là trung bình bình phương sai số (Mean Squared Error - MSE):</a:t>
            </a:r>
          </a:p>
          <a:p>
            <a:pPr>
              <a:buNone/>
            </a:pPr>
            <a:r>
              <a:rPr lang="vi-VN"/>
              <a:t>Copy</a:t>
            </a:r>
          </a:p>
          <a:p>
            <a:r>
              <a:rPr lang="vi-VN"/>
              <a:t>J(w) = 1/2 × [(out_o1 - o1)² + (out_o2 - o2)²] = 1/2 × [(0.751 - 0.01)² + (0.773 - 0.99)²] = 1/2 × [0.549081 + 0.047089] = 1/2 × 0.59617 = 0.298085 ≈ 0.3</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19</a:t>
            </a:fld>
            <a:endParaRPr lang="en-US"/>
          </a:p>
        </p:txBody>
      </p:sp>
    </p:spTree>
    <p:extLst>
      <p:ext uri="{BB962C8B-B14F-4D97-AF65-F5344CB8AC3E}">
        <p14:creationId xmlns:p14="http://schemas.microsoft.com/office/powerpoint/2010/main" val="2411314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3. Lan truyền ngược (Backpropagation)</a:t>
            </a:r>
          </a:p>
          <a:p>
            <a:pPr>
              <a:buNone/>
            </a:pPr>
            <a:r>
              <a:rPr lang="vi-VN"/>
              <a:t>Từ </a:t>
            </a:r>
            <a:r>
              <a:rPr lang="vi-VN" b="1"/>
              <a:t>Ảnh 3</a:t>
            </a:r>
            <a:r>
              <a:rPr lang="vi-VN"/>
              <a:t>, ta thấy quy trình lan truyền ngược để cập nhật trọng số. Ở đây, chúng ta sẽ xem xét cụ thể việc cập nhật w₅.</a:t>
            </a:r>
          </a:p>
          <a:p>
            <a:pPr>
              <a:buNone/>
            </a:pPr>
            <a:r>
              <a:rPr lang="vi-VN" b="1"/>
              <a:t>Bước 1: Áp dụng quy tắc chuỗi (chain rule) để tính đạo hàm của hàm mất mát theo trọng số w₅</a:t>
            </a:r>
          </a:p>
          <a:p>
            <a:pPr>
              <a:buNone/>
            </a:pPr>
            <a:r>
              <a:rPr lang="vi-VN"/>
              <a:t>Copy</a:t>
            </a:r>
          </a:p>
          <a:p>
            <a:pPr>
              <a:buNone/>
            </a:pPr>
            <a:r>
              <a:rPr lang="vi-VN"/>
              <a:t>∂J(w)/∂w₅ = ∂J(w)/∂out_o1 × ∂out_o1/∂in_o1 × ∂in_o1/∂w₅</a:t>
            </a:r>
          </a:p>
          <a:p>
            <a:pPr>
              <a:buNone/>
            </a:pPr>
            <a:r>
              <a:rPr lang="vi-VN" b="1"/>
              <a:t>Bước 2: Tính từng thành phần</a:t>
            </a:r>
          </a:p>
          <a:p>
            <a:pPr>
              <a:buNone/>
            </a:pPr>
            <a:r>
              <a:rPr lang="vi-VN" b="1"/>
              <a:t>Thành phần 1</a:t>
            </a:r>
            <a:r>
              <a:rPr lang="vi-VN"/>
              <a:t>: Đạo hàm của hàm mất mát theo đầu ra o₁</a:t>
            </a:r>
          </a:p>
          <a:p>
            <a:pPr>
              <a:buNone/>
            </a:pPr>
            <a:r>
              <a:rPr lang="vi-VN"/>
              <a:t>Copy</a:t>
            </a:r>
          </a:p>
          <a:p>
            <a:pPr>
              <a:buNone/>
            </a:pPr>
            <a:r>
              <a:rPr lang="vi-VN"/>
              <a:t>∂J(w)/∂out_o1 = ∂(1/2 × [(out_o1 - o1)² + (out_o2 - o2)²])/∂out_o1 = out_o1 - o1 = 0.751 - 0.01 = 0.741</a:t>
            </a:r>
          </a:p>
          <a:p>
            <a:pPr>
              <a:buNone/>
            </a:pPr>
            <a:r>
              <a:rPr lang="vi-VN" b="1"/>
              <a:t>Thành phần 2</a:t>
            </a:r>
            <a:r>
              <a:rPr lang="vi-VN"/>
              <a:t>: Đạo hàm của hàm sigmoid</a:t>
            </a:r>
          </a:p>
          <a:p>
            <a:pPr>
              <a:buNone/>
            </a:pPr>
            <a:r>
              <a:rPr lang="vi-VN"/>
              <a:t>Copy</a:t>
            </a:r>
          </a:p>
          <a:p>
            <a:pPr>
              <a:buNone/>
            </a:pPr>
            <a:r>
              <a:rPr lang="vi-VN"/>
              <a:t>∂out_o1/∂in_o1 = out_o1 × (1 - out_o1) = 0.751 × (1 - 0.751) = 0.751 × 0.249 = 0.187</a:t>
            </a:r>
          </a:p>
          <a:p>
            <a:pPr>
              <a:buNone/>
            </a:pPr>
            <a:r>
              <a:rPr lang="vi-VN" b="1"/>
              <a:t>Thành phần 3</a:t>
            </a:r>
            <a:r>
              <a:rPr lang="vi-VN"/>
              <a:t>: Đạo hàm của tổng đầu vào theo trọng số</a:t>
            </a:r>
          </a:p>
          <a:p>
            <a:pPr>
              <a:buNone/>
            </a:pPr>
            <a:r>
              <a:rPr lang="vi-VN"/>
              <a:t>Copy</a:t>
            </a:r>
          </a:p>
          <a:p>
            <a:pPr>
              <a:buNone/>
            </a:pPr>
            <a:r>
              <a:rPr lang="vi-VN"/>
              <a:t>∂in_o1/∂w₅ = out_h1 = 0.593</a:t>
            </a:r>
          </a:p>
          <a:p>
            <a:pPr>
              <a:buNone/>
            </a:pPr>
            <a:r>
              <a:rPr lang="vi-VN" b="1"/>
              <a:t>Bước 3: Kết hợp các thành phần</a:t>
            </a:r>
          </a:p>
          <a:p>
            <a:pPr>
              <a:buNone/>
            </a:pPr>
            <a:r>
              <a:rPr lang="vi-VN"/>
              <a:t>Copy</a:t>
            </a:r>
          </a:p>
          <a:p>
            <a:pPr>
              <a:buNone/>
            </a:pPr>
            <a:r>
              <a:rPr lang="vi-VN"/>
              <a:t>∂J(w)/∂w₅ = ∂J(w)/∂out_o1 × ∂out_o1/∂in_o1 × ∂in_o1/∂w₅ = 0.741 × 0.187 × 0.593</a:t>
            </a:r>
          </a:p>
          <a:p>
            <a:pPr>
              <a:buNone/>
            </a:pPr>
            <a:r>
              <a:rPr lang="vi-VN"/>
              <a:t>Nhưng trong ảnh, kết quả được viết dưới dạng khác:</a:t>
            </a:r>
          </a:p>
          <a:p>
            <a:pPr>
              <a:buNone/>
            </a:pPr>
            <a:r>
              <a:rPr lang="vi-VN"/>
              <a:t>Copy</a:t>
            </a:r>
          </a:p>
          <a:p>
            <a:pPr>
              <a:buNone/>
            </a:pPr>
            <a:r>
              <a:rPr lang="vi-VN"/>
              <a:t>∂J(w)/∂w₅ = -(o1 - out_o1) × out_o1 × (1 - out_o1) × out_h1 = -(0.01 - 0.751) × 0.751 × (1 - 0.751) × 0.593 = -(-0.741) × 0.751 × 0.249 × 0.593 = 0.741 × 0.751 × 0.249 × 0.593 = 0.082167</a:t>
            </a:r>
          </a:p>
          <a:p>
            <a:pPr>
              <a:buNone/>
            </a:pPr>
            <a:r>
              <a:rPr lang="vi-VN" b="1"/>
              <a:t>Bước 4: Cập nhật trọng số w₅ sử dụng gradient descent</a:t>
            </a:r>
          </a:p>
          <a:p>
            <a:pPr>
              <a:buNone/>
            </a:pPr>
            <a:r>
              <a:rPr lang="vi-VN"/>
              <a:t>Copy</a:t>
            </a:r>
          </a:p>
          <a:p>
            <a:pPr>
              <a:buNone/>
            </a:pPr>
            <a:r>
              <a:rPr lang="vi-VN"/>
              <a:t>w₅_new = w₅_old - </a:t>
            </a:r>
            <a:r>
              <a:rPr lang="el-GR"/>
              <a:t>α × ∂</a:t>
            </a:r>
            <a:r>
              <a:rPr lang="vi-VN"/>
              <a:t>J(w)/∂w₅ = 0.4 - </a:t>
            </a:r>
            <a:r>
              <a:rPr lang="el-GR"/>
              <a:t>α × 0.082167</a:t>
            </a:r>
          </a:p>
          <a:p>
            <a:pPr>
              <a:buNone/>
            </a:pPr>
            <a:r>
              <a:rPr lang="vi-VN"/>
              <a:t>Với </a:t>
            </a:r>
            <a:r>
              <a:rPr lang="el-GR"/>
              <a:t>α (</a:t>
            </a:r>
            <a:r>
              <a:rPr lang="vi-VN"/>
              <a:t>learning rate) = 0.5:</a:t>
            </a:r>
          </a:p>
          <a:p>
            <a:pPr>
              <a:buNone/>
            </a:pPr>
            <a:r>
              <a:rPr lang="vi-VN"/>
              <a:t>Copy</a:t>
            </a:r>
          </a:p>
          <a:p>
            <a:r>
              <a:rPr lang="vi-VN"/>
              <a:t>w₅_new = 0.4 - 0.5 × 0.082167 = 0.4 - 0.0410835 = 0.35892</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20</a:t>
            </a:fld>
            <a:endParaRPr lang="en-US"/>
          </a:p>
        </p:txBody>
      </p:sp>
    </p:spTree>
    <p:extLst>
      <p:ext uri="{BB962C8B-B14F-4D97-AF65-F5344CB8AC3E}">
        <p14:creationId xmlns:p14="http://schemas.microsoft.com/office/powerpoint/2010/main" val="1239126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a:t>Định nghĩa dữ liệu</a:t>
            </a:r>
            <a:r>
              <a:rPr lang="en-US"/>
              <a:t>: Đầu vào X: 4 mẫu của bài toán XOR: (0,0), (0,1), (1,0), (1,1)</a:t>
            </a:r>
          </a:p>
          <a:p>
            <a:pPr>
              <a:buFont typeface="Arial" panose="020B0604020202020204" pitchFamily="34" charset="0"/>
              <a:buChar char="•"/>
            </a:pPr>
            <a:r>
              <a:rPr lang="en-US"/>
              <a:t>Đầu ra y mong muốn: 0, 1, 1, 0</a:t>
            </a:r>
          </a:p>
          <a:p>
            <a:pPr>
              <a:buFont typeface="Arial" panose="020B0604020202020204" pitchFamily="34" charset="0"/>
              <a:buChar char="•"/>
            </a:pPr>
            <a:r>
              <a:rPr lang="en-US" b="1"/>
              <a:t>Hàm kích hoạt</a:t>
            </a:r>
            <a:r>
              <a:rPr lang="en-US"/>
              <a:t>: Sử dụng hàm sigmoid: f(x) = 1/(1+e^(-x))</a:t>
            </a:r>
          </a:p>
          <a:p>
            <a:pPr>
              <a:buFont typeface="Arial" panose="020B0604020202020204" pitchFamily="34" charset="0"/>
              <a:buChar char="•"/>
            </a:pPr>
            <a:r>
              <a:rPr lang="en-US"/>
              <a:t>Đạo hàm của sigmoid: f'(x) = f(x) * (1 - f(x))</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22</a:t>
            </a:fld>
            <a:endParaRPr lang="en-US"/>
          </a:p>
        </p:txBody>
      </p:sp>
    </p:spTree>
    <p:extLst>
      <p:ext uri="{BB962C8B-B14F-4D97-AF65-F5344CB8AC3E}">
        <p14:creationId xmlns:p14="http://schemas.microsoft.com/office/powerpoint/2010/main" val="3211952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vi-VN" b="1"/>
              <a:t>Khởi tạo mạng</a:t>
            </a:r>
            <a:r>
              <a:rPr lang="vi-VN"/>
              <a:t>: 2 nơ-ron đầu vào (input layer)</a:t>
            </a:r>
          </a:p>
          <a:p>
            <a:pPr>
              <a:buFont typeface="Arial" panose="020B0604020202020204" pitchFamily="34" charset="0"/>
              <a:buChar char="•"/>
            </a:pPr>
            <a:r>
              <a:rPr lang="vi-VN"/>
              <a:t>4 nơ-ron ẩn (hidden layer)</a:t>
            </a:r>
          </a:p>
          <a:p>
            <a:pPr>
              <a:buFont typeface="Arial" panose="020B0604020202020204" pitchFamily="34" charset="0"/>
              <a:buChar char="•"/>
            </a:pPr>
            <a:r>
              <a:rPr lang="vi-VN"/>
              <a:t>1 nơ-ron đầu ra (output layer)</a:t>
            </a:r>
          </a:p>
          <a:p>
            <a:pPr>
              <a:buFont typeface="Arial" panose="020B0604020202020204" pitchFamily="34" charset="0"/>
              <a:buChar char="•"/>
            </a:pPr>
            <a:r>
              <a:rPr lang="vi-VN"/>
              <a:t>Trọng số khởi tạo ngẫu nhiên</a:t>
            </a:r>
          </a:p>
          <a:p>
            <a:pPr>
              <a:buFont typeface="Arial" panose="020B0604020202020204" pitchFamily="34" charset="0"/>
              <a:buChar char="•"/>
            </a:pPr>
            <a:r>
              <a:rPr lang="vi-VN" b="1"/>
              <a:t>Lan truyền thuận (Feedforward)</a:t>
            </a:r>
            <a:r>
              <a:rPr lang="vi-VN"/>
              <a:t>: Tính đầu ra của lớp ẩn: layer1 = sigmoid(input × weights1)</a:t>
            </a:r>
          </a:p>
          <a:p>
            <a:pPr>
              <a:buFont typeface="Arial" panose="020B0604020202020204" pitchFamily="34" charset="0"/>
              <a:buChar char="•"/>
            </a:pPr>
            <a:r>
              <a:rPr lang="vi-VN"/>
              <a:t>Tính đầu ra cuối cùng: output = sigmoid(layer1 × weights2)</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23</a:t>
            </a:fld>
            <a:endParaRPr lang="en-US"/>
          </a:p>
        </p:txBody>
      </p:sp>
    </p:spTree>
    <p:extLst>
      <p:ext uri="{BB962C8B-B14F-4D97-AF65-F5344CB8AC3E}">
        <p14:creationId xmlns:p14="http://schemas.microsoft.com/office/powerpoint/2010/main" val="432643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vi-VN" b="1"/>
              <a:t>Lan truyền ngược (Backpropagation)</a:t>
            </a:r>
            <a:r>
              <a:rPr lang="vi-VN"/>
              <a:t>: Tính gradient cho weights2 (giữa lớp ẩn và lớp đầu ra)</a:t>
            </a:r>
          </a:p>
          <a:p>
            <a:pPr>
              <a:buFont typeface="Arial" panose="020B0604020202020204" pitchFamily="34" charset="0"/>
              <a:buChar char="•"/>
            </a:pPr>
            <a:r>
              <a:rPr lang="vi-VN"/>
              <a:t>Tính gradient cho weights1 (giữa lớp đầu vào và lớp ẩn)</a:t>
            </a:r>
          </a:p>
          <a:p>
            <a:pPr>
              <a:buFont typeface="Arial" panose="020B0604020202020204" pitchFamily="34" charset="0"/>
              <a:buChar char="•"/>
            </a:pPr>
            <a:r>
              <a:rPr lang="vi-VN"/>
              <a:t>Cập nhật cả hai ma trận trọng số</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24</a:t>
            </a:fld>
            <a:endParaRPr lang="en-US"/>
          </a:p>
        </p:txBody>
      </p:sp>
    </p:spTree>
    <p:extLst>
      <p:ext uri="{BB962C8B-B14F-4D97-AF65-F5344CB8AC3E}">
        <p14:creationId xmlns:p14="http://schemas.microsoft.com/office/powerpoint/2010/main" val="11765141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vi-VN" b="1"/>
              <a:t>Lan truyền ngược (Backpropagation)</a:t>
            </a:r>
            <a:r>
              <a:rPr lang="vi-VN"/>
              <a:t>: </a:t>
            </a:r>
          </a:p>
          <a:p>
            <a:pPr marL="742950" lvl="1" indent="-285750">
              <a:buFont typeface="+mj-lt"/>
              <a:buAutoNum type="arabicPeriod"/>
            </a:pPr>
            <a:r>
              <a:rPr lang="vi-VN"/>
              <a:t>Tính gradient cho weights2 (giữa lớp ẩn và lớp đầu ra)</a:t>
            </a:r>
          </a:p>
          <a:p>
            <a:pPr marL="742950" lvl="1" indent="-285750">
              <a:buFont typeface="+mj-lt"/>
              <a:buAutoNum type="arabicPeriod"/>
            </a:pPr>
            <a:r>
              <a:rPr lang="vi-VN"/>
              <a:t>Tính gradient cho weights1 (giữa lớp đầu vào và lớp ẩn)</a:t>
            </a:r>
          </a:p>
          <a:p>
            <a:pPr marL="742950" lvl="1" indent="-285750">
              <a:buFont typeface="+mj-lt"/>
              <a:buAutoNum type="arabicPeriod"/>
            </a:pPr>
            <a:r>
              <a:rPr lang="vi-VN"/>
              <a:t>Cập nhật cả hai ma trận trọng số</a:t>
            </a:r>
          </a:p>
          <a:p>
            <a:pPr>
              <a:buFont typeface="+mj-lt"/>
              <a:buAutoNum type="arabicPeriod"/>
            </a:pPr>
            <a:r>
              <a:rPr lang="vi-VN" b="1"/>
              <a:t>Huấn luyện</a:t>
            </a:r>
            <a:r>
              <a:rPr lang="vi-VN"/>
              <a:t>: </a:t>
            </a:r>
          </a:p>
          <a:p>
            <a:pPr marL="742950" lvl="1" indent="-285750">
              <a:buFont typeface="+mj-lt"/>
              <a:buAutoNum type="arabicPeriod"/>
            </a:pPr>
            <a:r>
              <a:rPr lang="vi-VN"/>
              <a:t>Lặp lại feedforward và backpropagation 10000 lần</a:t>
            </a:r>
          </a:p>
          <a:p>
            <a:pPr marL="742950" lvl="1" indent="-285750">
              <a:buFont typeface="+mj-lt"/>
              <a:buAutoNum type="arabicPeriod"/>
            </a:pPr>
            <a:r>
              <a:rPr lang="vi-VN"/>
              <a:t>In ra lỗi (MSE) sau mỗi 1000 lần lặp để theo dõi quá trình huấn luyện</a:t>
            </a:r>
          </a:p>
          <a:p>
            <a:pPr>
              <a:buFont typeface="+mj-lt"/>
              <a:buAutoNum type="arabicPeriod"/>
            </a:pPr>
            <a:r>
              <a:rPr lang="vi-VN" b="1"/>
              <a:t>Kiểm tra kết quả</a:t>
            </a:r>
            <a:r>
              <a:rPr lang="vi-VN"/>
              <a:t>: </a:t>
            </a:r>
          </a:p>
          <a:p>
            <a:pPr marL="742950" lvl="1" indent="-285750">
              <a:buFont typeface="+mj-lt"/>
              <a:buAutoNum type="arabicPeriod"/>
            </a:pPr>
            <a:r>
              <a:rPr lang="vi-VN"/>
              <a:t>Sau khi huấn luyện, các đầu ra nên gần với giá trị mong muốn (0 hoặc 1)</a:t>
            </a:r>
          </a:p>
          <a:p>
            <a:pPr>
              <a:buNone/>
            </a:pPr>
            <a:r>
              <a:rPr lang="vi-VN" b="1"/>
              <a:t>4.2 Kết quả mong đợi</a:t>
            </a:r>
          </a:p>
          <a:p>
            <a:pPr>
              <a:buNone/>
            </a:pPr>
            <a:r>
              <a:rPr lang="vi-VN"/>
              <a:t>Sau khi huấn luyện, mô hình sẽ cho kết quả gần với:</a:t>
            </a:r>
          </a:p>
          <a:p>
            <a:pPr>
              <a:buFont typeface="Arial" panose="020B0604020202020204" pitchFamily="34" charset="0"/>
              <a:buChar char="•"/>
            </a:pPr>
            <a:r>
              <a:rPr lang="vi-VN"/>
              <a:t>Đầu vào [0,0] → Đầu ra ≈ 0</a:t>
            </a:r>
          </a:p>
          <a:p>
            <a:pPr>
              <a:buFont typeface="Arial" panose="020B0604020202020204" pitchFamily="34" charset="0"/>
              <a:buChar char="•"/>
            </a:pPr>
            <a:r>
              <a:rPr lang="vi-VN"/>
              <a:t>Đầu vào [0,1] → Đầu ra ≈ 1</a:t>
            </a:r>
          </a:p>
          <a:p>
            <a:pPr>
              <a:buFont typeface="Arial" panose="020B0604020202020204" pitchFamily="34" charset="0"/>
              <a:buChar char="•"/>
            </a:pPr>
            <a:r>
              <a:rPr lang="vi-VN"/>
              <a:t>Đầu vào [1,0] → Đầu ra ≈ 1</a:t>
            </a:r>
          </a:p>
          <a:p>
            <a:pPr>
              <a:buFont typeface="Arial" panose="020B0604020202020204" pitchFamily="34" charset="0"/>
              <a:buChar char="•"/>
            </a:pPr>
            <a:r>
              <a:rPr lang="vi-VN"/>
              <a:t>Đầu vào [1,1] → Đầu ra ≈ </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25</a:t>
            </a:fld>
            <a:endParaRPr lang="en-US"/>
          </a:p>
        </p:txBody>
      </p:sp>
    </p:spTree>
    <p:extLst>
      <p:ext uri="{BB962C8B-B14F-4D97-AF65-F5344CB8AC3E}">
        <p14:creationId xmlns:p14="http://schemas.microsoft.com/office/powerpoint/2010/main" val="1594256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0261-30C5-A6B3-8991-047258BF8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9D9D8-9465-2A79-DE54-6462E26B6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3D2F5-782B-758E-B6AE-5BE45D14A305}"/>
              </a:ext>
            </a:extLst>
          </p:cNvPr>
          <p:cNvSpPr>
            <a:spLocks noGrp="1"/>
          </p:cNvSpPr>
          <p:nvPr>
            <p:ph type="body" idx="1"/>
          </p:nvPr>
        </p:nvSpPr>
        <p:spPr/>
        <p:txBody>
          <a:bodyPr/>
          <a:lstStyle/>
          <a:p>
            <a:pPr>
              <a:buFont typeface="Arial" panose="020B0604020202020204" pitchFamily="34" charset="0"/>
              <a:buChar char="•"/>
            </a:pPr>
            <a:r>
              <a:rPr lang="en-US" b="1"/>
              <a:t>Định nghĩa dữ liệu</a:t>
            </a:r>
            <a:r>
              <a:rPr lang="en-US"/>
              <a:t>: Đầu vào X: 4 mẫu của bài toán XOR: (0,0), (0,1), (1,0), (1,1)</a:t>
            </a:r>
          </a:p>
          <a:p>
            <a:pPr>
              <a:buFont typeface="Arial" panose="020B0604020202020204" pitchFamily="34" charset="0"/>
              <a:buChar char="•"/>
            </a:pPr>
            <a:r>
              <a:rPr lang="en-US"/>
              <a:t>Đầu ra y mong muốn: 0, 1, 1, 0</a:t>
            </a:r>
          </a:p>
          <a:p>
            <a:pPr>
              <a:buFont typeface="Arial" panose="020B0604020202020204" pitchFamily="34" charset="0"/>
              <a:buChar char="•"/>
            </a:pPr>
            <a:r>
              <a:rPr lang="en-US" b="1"/>
              <a:t>Hàm kích hoạt</a:t>
            </a:r>
            <a:r>
              <a:rPr lang="en-US"/>
              <a:t>: Sử dụng hàm sigmoid: f(x) = 1/(1+e^(-x))</a:t>
            </a:r>
          </a:p>
          <a:p>
            <a:pPr>
              <a:buFont typeface="Arial" panose="020B0604020202020204" pitchFamily="34" charset="0"/>
              <a:buChar char="•"/>
            </a:pPr>
            <a:r>
              <a:rPr lang="en-US"/>
              <a:t>Đạo hàm của sigmoid: f'(x) = f(x) * (1 - f(x))</a:t>
            </a:r>
          </a:p>
          <a:p>
            <a:endParaRPr lang="en-US"/>
          </a:p>
        </p:txBody>
      </p:sp>
      <p:sp>
        <p:nvSpPr>
          <p:cNvPr id="4" name="Slide Number Placeholder 3">
            <a:extLst>
              <a:ext uri="{FF2B5EF4-FFF2-40B4-BE49-F238E27FC236}">
                <a16:creationId xmlns:a16="http://schemas.microsoft.com/office/drawing/2014/main" id="{68296AFE-A8CC-8FC5-C41E-1FD351643149}"/>
              </a:ext>
            </a:extLst>
          </p:cNvPr>
          <p:cNvSpPr>
            <a:spLocks noGrp="1"/>
          </p:cNvSpPr>
          <p:nvPr>
            <p:ph type="sldNum" sz="quarter" idx="5"/>
          </p:nvPr>
        </p:nvSpPr>
        <p:spPr/>
        <p:txBody>
          <a:bodyPr/>
          <a:lstStyle/>
          <a:p>
            <a:fld id="{903DFDE2-C36F-4F76-A40D-A690541279EF}" type="slidenum">
              <a:rPr lang="en-US" smtClean="0"/>
              <a:t>26</a:t>
            </a:fld>
            <a:endParaRPr lang="en-US"/>
          </a:p>
        </p:txBody>
      </p:sp>
    </p:spTree>
    <p:extLst>
      <p:ext uri="{BB962C8B-B14F-4D97-AF65-F5344CB8AC3E}">
        <p14:creationId xmlns:p14="http://schemas.microsoft.com/office/powerpoint/2010/main" val="3700698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AA1B3-DD33-49C6-8401-DAF90A344BDD}" type="datetime1">
              <a:rPr lang="en-US" smtClean="0"/>
              <a:t>27/03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71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E1FCF-0DFA-4012-A19C-C00E7B3A0CE4}" type="datetime1">
              <a:rPr lang="en-US" smtClean="0"/>
              <a:t>27/03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9659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8DC29-1059-4C06-8BA1-7050957DB671}" type="datetime1">
              <a:rPr lang="en-US" smtClean="0"/>
              <a:t>27/03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86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5C497B-6C3F-4D9A-8EC9-6E3BC8C1A8E0}" type="datetime1">
              <a:rPr lang="en-US" smtClean="0"/>
              <a:t>27/03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08578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FBBE40-2349-4B09-8FF7-A9E68DCED3AD}" type="datetime1">
              <a:rPr lang="en-US" smtClean="0"/>
              <a:t>27/03</a:t>
            </a:fld>
            <a:endParaRPr lang="en-US"/>
          </a:p>
        </p:txBody>
      </p:sp>
      <p:sp>
        <p:nvSpPr>
          <p:cNvPr id="8" name="Footer Placeholder 7"/>
          <p:cNvSpPr>
            <a:spLocks noGrp="1"/>
          </p:cNvSpPr>
          <p:nvPr>
            <p:ph type="ftr" sz="quarter" idx="11"/>
          </p:nvPr>
        </p:nvSpPr>
        <p:spPr/>
        <p:txBody>
          <a:body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80187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F29E85-4074-4067-8F1A-8BD8B313671E}" type="datetime1">
              <a:rPr lang="en-US" smtClean="0"/>
              <a:t>27/03</a:t>
            </a:fld>
            <a:endParaRPr lang="en-US"/>
          </a:p>
        </p:txBody>
      </p:sp>
      <p:sp>
        <p:nvSpPr>
          <p:cNvPr id="4" name="Footer Placeholder 3"/>
          <p:cNvSpPr>
            <a:spLocks noGrp="1"/>
          </p:cNvSpPr>
          <p:nvPr>
            <p:ph type="ftr" sz="quarter" idx="11"/>
          </p:nvPr>
        </p:nvSpPr>
        <p:spPr/>
        <p:txBody>
          <a:bodyPr/>
          <a:lstStyle/>
          <a:p>
            <a:r>
              <a:rPr lang="en-US"/>
              <a:t>ThS. Lê Nhật Tùng</a:t>
            </a:r>
          </a:p>
        </p:txBody>
      </p:sp>
      <p:sp>
        <p:nvSpPr>
          <p:cNvPr id="5" name="Slide Number Placeholder 4"/>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375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75A4DB8-8D6C-458E-86FB-E9A95200CDA7}" type="datetime1">
              <a:rPr lang="en-US" smtClean="0"/>
              <a:t>27/03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0474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9B2A48E-1D10-4082-AAD0-FD067602EB0D}" type="datetime1">
              <a:rPr lang="en-US" smtClean="0"/>
              <a:t>27/03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ThS. Lê Nhật Tùng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37674A-7ED7-40B5-9AA7-3008B632771F}" type="slidenum">
              <a:rPr lang="en-US" smtClean="0"/>
              <a:t>‹#›</a:t>
            </a:fld>
            <a:endParaRPr lang="en-US"/>
          </a:p>
        </p:txBody>
      </p:sp>
    </p:spTree>
    <p:extLst>
      <p:ext uri="{BB962C8B-B14F-4D97-AF65-F5344CB8AC3E}">
        <p14:creationId xmlns:p14="http://schemas.microsoft.com/office/powerpoint/2010/main" val="3738523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09EDD3-1207-4B6D-A734-CD7F2226CB80}" type="datetime1">
              <a:rPr lang="en-US" smtClean="0"/>
              <a:t>27/03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8018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1FB03A-180C-4D07-AB8B-A3DA7BF05E59}" type="datetime1">
              <a:rPr lang="en-US" smtClean="0"/>
              <a:t>27/03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424037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A25D2-BF01-48AD-872B-AC7F27AF8216}" type="datetime1">
              <a:rPr lang="en-US" smtClean="0"/>
              <a:t>27/03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88620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45B1A31-F891-428D-BB55-7F48928FA825}" type="datetime1">
              <a:rPr lang="en-US" smtClean="0"/>
              <a:t>27/03</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ThS. Lê Nhật Tùng</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637674A-7ED7-40B5-9AA7-3008B632771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4289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5768-D4F9-F06E-0B75-8C062368AF4B}"/>
              </a:ext>
            </a:extLst>
          </p:cNvPr>
          <p:cNvSpPr>
            <a:spLocks noGrp="1"/>
          </p:cNvSpPr>
          <p:nvPr>
            <p:ph type="ctrTitle"/>
          </p:nvPr>
        </p:nvSpPr>
        <p:spPr/>
        <p:txBody>
          <a:bodyPr/>
          <a:lstStyle/>
          <a:p>
            <a:r>
              <a:rPr lang="en-US"/>
              <a:t>HỌC SÂU</a:t>
            </a:r>
          </a:p>
        </p:txBody>
      </p:sp>
      <p:sp>
        <p:nvSpPr>
          <p:cNvPr id="3" name="Subtitle 2">
            <a:extLst>
              <a:ext uri="{FF2B5EF4-FFF2-40B4-BE49-F238E27FC236}">
                <a16:creationId xmlns:a16="http://schemas.microsoft.com/office/drawing/2014/main" id="{C53E7493-6663-B110-0BA4-DCD80C786155}"/>
              </a:ext>
            </a:extLst>
          </p:cNvPr>
          <p:cNvSpPr>
            <a:spLocks noGrp="1"/>
          </p:cNvSpPr>
          <p:nvPr>
            <p:ph type="subTitle" idx="1"/>
          </p:nvPr>
        </p:nvSpPr>
        <p:spPr/>
        <p:txBody>
          <a:bodyPr/>
          <a:lstStyle/>
          <a:p>
            <a:r>
              <a:rPr lang="en-US"/>
              <a:t>Bài 3. MẠNG NEURON (NEURAL NETWORK)</a:t>
            </a:r>
          </a:p>
        </p:txBody>
      </p:sp>
    </p:spTree>
    <p:extLst>
      <p:ext uri="{BB962C8B-B14F-4D97-AF65-F5344CB8AC3E}">
        <p14:creationId xmlns:p14="http://schemas.microsoft.com/office/powerpoint/2010/main" val="4180960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6B6F-2149-0E16-3434-EAB948C5F960}"/>
              </a:ext>
            </a:extLst>
          </p:cNvPr>
          <p:cNvSpPr>
            <a:spLocks noGrp="1"/>
          </p:cNvSpPr>
          <p:nvPr>
            <p:ph type="title"/>
          </p:nvPr>
        </p:nvSpPr>
        <p:spPr/>
        <p:txBody>
          <a:bodyPr/>
          <a:lstStyle/>
          <a:p>
            <a:r>
              <a:rPr lang="en-US"/>
              <a:t>Neural network là gì?</a:t>
            </a:r>
          </a:p>
        </p:txBody>
      </p:sp>
      <p:sp>
        <p:nvSpPr>
          <p:cNvPr id="3" name="Content Placeholder 2">
            <a:extLst>
              <a:ext uri="{FF2B5EF4-FFF2-40B4-BE49-F238E27FC236}">
                <a16:creationId xmlns:a16="http://schemas.microsoft.com/office/drawing/2014/main" id="{E8E38DBD-A214-12F1-BC6C-B13FC78C3CF7}"/>
              </a:ext>
            </a:extLst>
          </p:cNvPr>
          <p:cNvSpPr>
            <a:spLocks noGrp="1"/>
          </p:cNvSpPr>
          <p:nvPr>
            <p:ph idx="1"/>
          </p:nvPr>
        </p:nvSpPr>
        <p:spPr/>
        <p:txBody>
          <a:bodyPr/>
          <a:lstStyle/>
          <a:p>
            <a:pPr algn="just">
              <a:lnSpc>
                <a:spcPct val="200000"/>
              </a:lnSpc>
            </a:pPr>
            <a:r>
              <a:rPr lang="vi-VN"/>
              <a:t>Neural là tính từ của neuron (nơ-ron), network chỉ cấu trúc, cách các nơ-ron đó liên kết với</a:t>
            </a:r>
            <a:r>
              <a:rPr lang="en-US"/>
              <a:t> </a:t>
            </a:r>
            <a:r>
              <a:rPr lang="vi-VN"/>
              <a:t>nhau, nên neural network (NN) là một hệ thống tính toán lấy cảm hứng từ sự hoạt động của các</a:t>
            </a:r>
            <a:r>
              <a:rPr lang="en-US"/>
              <a:t> </a:t>
            </a:r>
            <a:r>
              <a:rPr lang="vi-VN"/>
              <a:t>nơ-ron trong hệ thần kinh.</a:t>
            </a:r>
            <a:endParaRPr lang="en-US"/>
          </a:p>
        </p:txBody>
      </p:sp>
      <p:sp>
        <p:nvSpPr>
          <p:cNvPr id="4" name="Footer Placeholder 3">
            <a:extLst>
              <a:ext uri="{FF2B5EF4-FFF2-40B4-BE49-F238E27FC236}">
                <a16:creationId xmlns:a16="http://schemas.microsoft.com/office/drawing/2014/main" id="{4146AC94-8A97-2EB2-2BD6-0308E4D0309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095241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1A007A-986E-33C2-01C8-68DBE3D205E3}"/>
              </a:ext>
            </a:extLst>
          </p:cNvPr>
          <p:cNvPicPr>
            <a:picLocks noChangeAspect="1"/>
          </p:cNvPicPr>
          <p:nvPr/>
        </p:nvPicPr>
        <p:blipFill>
          <a:blip r:embed="rId3"/>
          <a:stretch>
            <a:fillRect/>
          </a:stretch>
        </p:blipFill>
        <p:spPr>
          <a:xfrm>
            <a:off x="533400" y="876300"/>
            <a:ext cx="8516455" cy="4771169"/>
          </a:xfrm>
          <a:prstGeom prst="rect">
            <a:avLst/>
          </a:prstGeom>
        </p:spPr>
      </p:pic>
    </p:spTree>
    <p:extLst>
      <p:ext uri="{BB962C8B-B14F-4D97-AF65-F5344CB8AC3E}">
        <p14:creationId xmlns:p14="http://schemas.microsoft.com/office/powerpoint/2010/main" val="3147523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F4B0C-1F20-A165-87B4-B232B02C8DF0}"/>
              </a:ext>
            </a:extLst>
          </p:cNvPr>
          <p:cNvSpPr>
            <a:spLocks noGrp="1"/>
          </p:cNvSpPr>
          <p:nvPr>
            <p:ph type="title"/>
          </p:nvPr>
        </p:nvSpPr>
        <p:spPr/>
        <p:txBody>
          <a:bodyPr/>
          <a:lstStyle/>
          <a:p>
            <a:r>
              <a:rPr lang="en-US"/>
              <a:t>Mô hình neural network</a:t>
            </a:r>
          </a:p>
        </p:txBody>
      </p:sp>
      <p:sp>
        <p:nvSpPr>
          <p:cNvPr id="3" name="Content Placeholder 2">
            <a:extLst>
              <a:ext uri="{FF2B5EF4-FFF2-40B4-BE49-F238E27FC236}">
                <a16:creationId xmlns:a16="http://schemas.microsoft.com/office/drawing/2014/main" id="{92777841-975F-8578-318E-96F490084524}"/>
              </a:ext>
            </a:extLst>
          </p:cNvPr>
          <p:cNvSpPr>
            <a:spLocks noGrp="1"/>
          </p:cNvSpPr>
          <p:nvPr>
            <p:ph idx="1"/>
          </p:nvPr>
        </p:nvSpPr>
        <p:spPr/>
        <p:txBody>
          <a:bodyPr/>
          <a:lstStyle/>
          <a:p>
            <a:pPr>
              <a:lnSpc>
                <a:spcPct val="100000"/>
              </a:lnSpc>
              <a:buNone/>
            </a:pPr>
            <a:r>
              <a:rPr lang="vi-VN" sz="1800" b="0" i="0">
                <a:solidFill>
                  <a:srgbClr val="000000"/>
                </a:solidFill>
                <a:effectLst/>
                <a:latin typeface="VnNimbusRomanNo9L"/>
              </a:rPr>
              <a:t>Logistic regression là mô hình neural network đơn giản nhất chỉ với input layer và output layer. Mô hình của logistic regression từ bài trước là: </a:t>
            </a:r>
            <a:r>
              <a:rPr lang="vi-VN" sz="1800" b="0" i="1">
                <a:solidFill>
                  <a:srgbClr val="000000"/>
                </a:solidFill>
                <a:effectLst/>
                <a:latin typeface="NimbusRomNo9L-ReguItal"/>
              </a:rPr>
              <a:t>y</a:t>
            </a:r>
            <a:r>
              <a:rPr lang="vi-VN" sz="1800" b="0" i="0">
                <a:solidFill>
                  <a:srgbClr val="000000"/>
                </a:solidFill>
                <a:effectLst/>
                <a:latin typeface="NimbusRomNo9L-Regu"/>
              </a:rPr>
              <a:t>ˆ </a:t>
            </a:r>
            <a:r>
              <a:rPr lang="vi-VN" sz="1800" b="0" i="0">
                <a:solidFill>
                  <a:srgbClr val="000000"/>
                </a:solidFill>
                <a:effectLst/>
                <a:latin typeface="CMR10"/>
              </a:rPr>
              <a:t>= </a:t>
            </a:r>
            <a:r>
              <a:rPr lang="vi-VN" sz="1800" b="0" i="1">
                <a:solidFill>
                  <a:srgbClr val="000000"/>
                </a:solidFill>
                <a:effectLst/>
                <a:latin typeface="StandardSymL-Slant_167"/>
              </a:rPr>
              <a:t>s</a:t>
            </a:r>
            <a:r>
              <a:rPr lang="vi-VN" sz="1800" b="0" i="0">
                <a:solidFill>
                  <a:srgbClr val="000000"/>
                </a:solidFill>
                <a:effectLst/>
                <a:latin typeface="CMR10"/>
              </a:rPr>
              <a:t>(</a:t>
            </a:r>
            <a:r>
              <a:rPr lang="vi-VN" sz="1800" b="0" i="1">
                <a:solidFill>
                  <a:srgbClr val="000000"/>
                </a:solidFill>
                <a:effectLst/>
                <a:latin typeface="NimbusRomNo9L-ReguItal"/>
              </a:rPr>
              <a:t>w</a:t>
            </a:r>
            <a:r>
              <a:rPr lang="vi-VN" sz="1800" b="0" i="0">
                <a:solidFill>
                  <a:srgbClr val="000000"/>
                </a:solidFill>
                <a:effectLst/>
                <a:latin typeface="NimbusRomNo9L-Regu"/>
              </a:rPr>
              <a:t>0 </a:t>
            </a:r>
            <a:r>
              <a:rPr lang="vi-VN" sz="1800" b="0" i="0">
                <a:solidFill>
                  <a:srgbClr val="000000"/>
                </a:solidFill>
                <a:effectLst/>
                <a:latin typeface="CMR10"/>
              </a:rPr>
              <a:t>+</a:t>
            </a:r>
            <a:r>
              <a:rPr lang="vi-VN" sz="1800" b="0" i="1">
                <a:solidFill>
                  <a:srgbClr val="000000"/>
                </a:solidFill>
                <a:effectLst/>
                <a:latin typeface="NimbusRomNo9L-ReguItal"/>
              </a:rPr>
              <a:t>w</a:t>
            </a:r>
            <a:r>
              <a:rPr lang="vi-VN" sz="1800" b="0" i="0">
                <a:solidFill>
                  <a:srgbClr val="000000"/>
                </a:solidFill>
                <a:effectLst/>
                <a:latin typeface="NimbusRomNo9L-Regu"/>
              </a:rPr>
              <a:t>1 </a:t>
            </a:r>
            <a:r>
              <a:rPr lang="vi-VN" sz="1800" b="0" i="1">
                <a:solidFill>
                  <a:srgbClr val="000000"/>
                </a:solidFill>
                <a:effectLst/>
                <a:latin typeface="CMSY10"/>
              </a:rPr>
              <a:t>∗ </a:t>
            </a:r>
            <a:r>
              <a:rPr lang="vi-VN" sz="1800" b="0" i="1">
                <a:solidFill>
                  <a:srgbClr val="000000"/>
                </a:solidFill>
                <a:effectLst/>
                <a:latin typeface="NimbusRomNo9L-ReguItal"/>
              </a:rPr>
              <a:t>x</a:t>
            </a:r>
            <a:r>
              <a:rPr lang="vi-VN" sz="1800" b="0" i="0">
                <a:solidFill>
                  <a:srgbClr val="000000"/>
                </a:solidFill>
                <a:effectLst/>
                <a:latin typeface="NimbusRomNo9L-Regu"/>
              </a:rPr>
              <a:t>1 </a:t>
            </a:r>
            <a:r>
              <a:rPr lang="vi-VN" sz="1800" b="0" i="0">
                <a:solidFill>
                  <a:srgbClr val="000000"/>
                </a:solidFill>
                <a:effectLst/>
                <a:latin typeface="CMR10"/>
              </a:rPr>
              <a:t>+</a:t>
            </a:r>
            <a:r>
              <a:rPr lang="vi-VN" sz="1800" b="0" i="1">
                <a:solidFill>
                  <a:srgbClr val="000000"/>
                </a:solidFill>
                <a:effectLst/>
                <a:latin typeface="NimbusRomNo9L-ReguItal"/>
              </a:rPr>
              <a:t>w</a:t>
            </a:r>
            <a:r>
              <a:rPr lang="vi-VN" sz="1800" b="0" i="0">
                <a:solidFill>
                  <a:srgbClr val="000000"/>
                </a:solidFill>
                <a:effectLst/>
                <a:latin typeface="NimbusRomNo9L-Regu"/>
              </a:rPr>
              <a:t>2 </a:t>
            </a:r>
            <a:r>
              <a:rPr lang="vi-VN" sz="1800" b="0" i="1">
                <a:solidFill>
                  <a:srgbClr val="000000"/>
                </a:solidFill>
                <a:effectLst/>
                <a:latin typeface="CMSY10"/>
              </a:rPr>
              <a:t>∗ </a:t>
            </a:r>
            <a:r>
              <a:rPr lang="vi-VN" sz="1800" b="0" i="1">
                <a:solidFill>
                  <a:srgbClr val="000000"/>
                </a:solidFill>
                <a:effectLst/>
                <a:latin typeface="NimbusRomNo9L-ReguItal"/>
              </a:rPr>
              <a:t>x</a:t>
            </a:r>
            <a:r>
              <a:rPr lang="vi-VN" sz="1800" b="0" i="0">
                <a:solidFill>
                  <a:srgbClr val="000000"/>
                </a:solidFill>
                <a:effectLst/>
                <a:latin typeface="NimbusRomNo9L-Regu"/>
              </a:rPr>
              <a:t>2</a:t>
            </a:r>
            <a:r>
              <a:rPr lang="vi-VN" sz="1800" b="0" i="0">
                <a:solidFill>
                  <a:srgbClr val="000000"/>
                </a:solidFill>
                <a:effectLst/>
                <a:latin typeface="CMR10"/>
              </a:rPr>
              <a:t>)</a:t>
            </a:r>
            <a:r>
              <a:rPr lang="vi-VN" sz="1800" b="0" i="0">
                <a:solidFill>
                  <a:srgbClr val="000000"/>
                </a:solidFill>
                <a:effectLst/>
                <a:latin typeface="VnNimbusRomanNo9L"/>
              </a:rPr>
              <a:t>. Có 2 bước:</a:t>
            </a:r>
          </a:p>
          <a:p>
            <a:pPr>
              <a:lnSpc>
                <a:spcPct val="100000"/>
              </a:lnSpc>
              <a:buNone/>
            </a:pPr>
            <a:r>
              <a:rPr lang="vi-VN" sz="1800" b="0" i="0">
                <a:solidFill>
                  <a:srgbClr val="000000"/>
                </a:solidFill>
                <a:effectLst/>
                <a:latin typeface="NimbusRomNo9L-Regu"/>
              </a:rPr>
              <a:t>• </a:t>
            </a:r>
            <a:r>
              <a:rPr lang="vi-VN" sz="1800" b="0" i="0">
                <a:solidFill>
                  <a:srgbClr val="000000"/>
                </a:solidFill>
                <a:effectLst/>
                <a:latin typeface="VnNimbusRomanNo9L"/>
              </a:rPr>
              <a:t>Tính tổng linear: </a:t>
            </a:r>
            <a:r>
              <a:rPr lang="vi-VN" sz="1800" b="0" i="1">
                <a:solidFill>
                  <a:srgbClr val="000000"/>
                </a:solidFill>
                <a:effectLst/>
                <a:latin typeface="NimbusRomNo9L-ReguItal"/>
              </a:rPr>
              <a:t>z </a:t>
            </a:r>
            <a:r>
              <a:rPr lang="vi-VN" sz="1800" b="0" i="0">
                <a:solidFill>
                  <a:srgbClr val="000000"/>
                </a:solidFill>
                <a:effectLst/>
                <a:latin typeface="CMR10"/>
              </a:rPr>
              <a:t>= </a:t>
            </a:r>
            <a:r>
              <a:rPr lang="vi-VN" sz="1800" b="0" i="0">
                <a:solidFill>
                  <a:srgbClr val="000000"/>
                </a:solidFill>
                <a:effectLst/>
                <a:latin typeface="NimbusRomNo9L-Regu"/>
              </a:rPr>
              <a:t>1</a:t>
            </a:r>
            <a:r>
              <a:rPr lang="vi-VN" sz="1800" b="0" i="1">
                <a:solidFill>
                  <a:srgbClr val="000000"/>
                </a:solidFill>
                <a:effectLst/>
                <a:latin typeface="CMSY10"/>
              </a:rPr>
              <a:t>∗ </a:t>
            </a:r>
            <a:r>
              <a:rPr lang="vi-VN" sz="1800" b="0" i="1">
                <a:solidFill>
                  <a:srgbClr val="000000"/>
                </a:solidFill>
                <a:effectLst/>
                <a:latin typeface="NimbusRomNo9L-ReguItal"/>
              </a:rPr>
              <a:t>w</a:t>
            </a:r>
            <a:r>
              <a:rPr lang="vi-VN" sz="1800" b="0" i="0">
                <a:solidFill>
                  <a:srgbClr val="000000"/>
                </a:solidFill>
                <a:effectLst/>
                <a:latin typeface="NimbusRomNo9L-Regu"/>
              </a:rPr>
              <a:t>0 </a:t>
            </a:r>
            <a:r>
              <a:rPr lang="vi-VN" sz="1800" b="0" i="0">
                <a:solidFill>
                  <a:srgbClr val="000000"/>
                </a:solidFill>
                <a:effectLst/>
                <a:latin typeface="CMR10"/>
              </a:rPr>
              <a:t>+</a:t>
            </a:r>
            <a:r>
              <a:rPr lang="vi-VN" sz="1800" b="0" i="1">
                <a:solidFill>
                  <a:srgbClr val="000000"/>
                </a:solidFill>
                <a:effectLst/>
                <a:latin typeface="NimbusRomNo9L-ReguItal"/>
              </a:rPr>
              <a:t>x</a:t>
            </a:r>
            <a:r>
              <a:rPr lang="vi-VN" sz="1800" b="0" i="0">
                <a:solidFill>
                  <a:srgbClr val="000000"/>
                </a:solidFill>
                <a:effectLst/>
                <a:latin typeface="NimbusRomNo9L-Regu"/>
              </a:rPr>
              <a:t>1 </a:t>
            </a:r>
            <a:r>
              <a:rPr lang="vi-VN" sz="1800" b="0" i="1">
                <a:solidFill>
                  <a:srgbClr val="000000"/>
                </a:solidFill>
                <a:effectLst/>
                <a:latin typeface="CMSY10"/>
              </a:rPr>
              <a:t>∗ </a:t>
            </a:r>
            <a:r>
              <a:rPr lang="vi-VN" sz="1800" b="0" i="1">
                <a:solidFill>
                  <a:srgbClr val="000000"/>
                </a:solidFill>
                <a:effectLst/>
                <a:latin typeface="NimbusRomNo9L-ReguItal"/>
              </a:rPr>
              <a:t>w</a:t>
            </a:r>
            <a:r>
              <a:rPr lang="vi-VN" sz="1800" b="0" i="0">
                <a:solidFill>
                  <a:srgbClr val="000000"/>
                </a:solidFill>
                <a:effectLst/>
                <a:latin typeface="NimbusRomNo9L-Regu"/>
              </a:rPr>
              <a:t>1 </a:t>
            </a:r>
            <a:r>
              <a:rPr lang="vi-VN" sz="1800" b="0" i="0">
                <a:solidFill>
                  <a:srgbClr val="000000"/>
                </a:solidFill>
                <a:effectLst/>
                <a:latin typeface="CMR10"/>
              </a:rPr>
              <a:t>+</a:t>
            </a:r>
            <a:r>
              <a:rPr lang="vi-VN" sz="1800" b="0" i="1">
                <a:solidFill>
                  <a:srgbClr val="000000"/>
                </a:solidFill>
                <a:effectLst/>
                <a:latin typeface="NimbusRomNo9L-ReguItal"/>
              </a:rPr>
              <a:t>x</a:t>
            </a:r>
            <a:r>
              <a:rPr lang="vi-VN" sz="1800" b="0" i="0">
                <a:solidFill>
                  <a:srgbClr val="000000"/>
                </a:solidFill>
                <a:effectLst/>
                <a:latin typeface="NimbusRomNo9L-Regu"/>
              </a:rPr>
              <a:t>2 </a:t>
            </a:r>
            <a:r>
              <a:rPr lang="vi-VN" sz="1800" b="0" i="1">
                <a:solidFill>
                  <a:srgbClr val="000000"/>
                </a:solidFill>
                <a:effectLst/>
                <a:latin typeface="CMSY10"/>
              </a:rPr>
              <a:t>∗ </a:t>
            </a:r>
            <a:r>
              <a:rPr lang="vi-VN" sz="1800" b="0" i="1">
                <a:solidFill>
                  <a:srgbClr val="000000"/>
                </a:solidFill>
                <a:effectLst/>
                <a:latin typeface="NimbusRomNo9L-ReguItal"/>
              </a:rPr>
              <a:t>w</a:t>
            </a:r>
            <a:r>
              <a:rPr lang="vi-VN" sz="1800" b="0" i="0">
                <a:solidFill>
                  <a:srgbClr val="000000"/>
                </a:solidFill>
                <a:effectLst/>
                <a:latin typeface="NimbusRomNo9L-Regu"/>
              </a:rPr>
              <a:t>2</a:t>
            </a:r>
          </a:p>
          <a:p>
            <a:pPr>
              <a:lnSpc>
                <a:spcPct val="100000"/>
              </a:lnSpc>
              <a:buNone/>
            </a:pPr>
            <a:r>
              <a:rPr lang="vi-VN" sz="1800" b="0" i="0">
                <a:solidFill>
                  <a:srgbClr val="000000"/>
                </a:solidFill>
                <a:effectLst/>
                <a:latin typeface="NimbusRomNo9L-Regu"/>
              </a:rPr>
              <a:t>• </a:t>
            </a:r>
            <a:r>
              <a:rPr lang="vi-VN" sz="1800" b="0" i="0">
                <a:solidFill>
                  <a:srgbClr val="000000"/>
                </a:solidFill>
                <a:effectLst/>
                <a:latin typeface="VnNimbusRomanNo9L"/>
              </a:rPr>
              <a:t>Áp dụng sigmoid function: </a:t>
            </a:r>
            <a:r>
              <a:rPr lang="vi-VN" sz="1800" b="0" i="1">
                <a:solidFill>
                  <a:srgbClr val="000000"/>
                </a:solidFill>
                <a:effectLst/>
                <a:latin typeface="NimbusRomNo9L-ReguItal"/>
              </a:rPr>
              <a:t>y</a:t>
            </a:r>
            <a:r>
              <a:rPr lang="vi-VN" sz="1800" b="0" i="0">
                <a:solidFill>
                  <a:srgbClr val="000000"/>
                </a:solidFill>
                <a:effectLst/>
                <a:latin typeface="NimbusRomNo9L-Regu"/>
              </a:rPr>
              <a:t>ˆ </a:t>
            </a:r>
            <a:r>
              <a:rPr lang="vi-VN" sz="1800" b="0" i="0">
                <a:solidFill>
                  <a:srgbClr val="000000"/>
                </a:solidFill>
                <a:effectLst/>
                <a:latin typeface="CMR10"/>
              </a:rPr>
              <a:t>= </a:t>
            </a:r>
            <a:r>
              <a:rPr lang="vi-VN" sz="1800" b="0" i="1">
                <a:solidFill>
                  <a:srgbClr val="000000"/>
                </a:solidFill>
                <a:effectLst/>
                <a:latin typeface="StandardSymL-Slant_167"/>
              </a:rPr>
              <a:t>s</a:t>
            </a:r>
            <a:r>
              <a:rPr lang="vi-VN" sz="1800" b="0" i="0">
                <a:solidFill>
                  <a:srgbClr val="000000"/>
                </a:solidFill>
                <a:effectLst/>
                <a:latin typeface="CMR10"/>
              </a:rPr>
              <a:t>(</a:t>
            </a:r>
            <a:r>
              <a:rPr lang="vi-VN" sz="1800" b="0" i="1">
                <a:solidFill>
                  <a:srgbClr val="000000"/>
                </a:solidFill>
                <a:effectLst/>
                <a:latin typeface="NimbusRomNo9L-ReguItal"/>
              </a:rPr>
              <a:t>z</a:t>
            </a:r>
            <a:r>
              <a:rPr lang="vi-VN" sz="1800" b="0" i="0">
                <a:solidFill>
                  <a:srgbClr val="000000"/>
                </a:solidFill>
                <a:effectLst/>
                <a:latin typeface="CMR10"/>
              </a:rPr>
              <a:t>)</a:t>
            </a:r>
            <a:r>
              <a:rPr lang="vi-VN"/>
              <a:t> </a:t>
            </a:r>
            <a:br>
              <a:rPr lang="vi-VN"/>
            </a:br>
            <a:endParaRPr lang="en-US"/>
          </a:p>
        </p:txBody>
      </p:sp>
      <p:sp>
        <p:nvSpPr>
          <p:cNvPr id="4" name="Footer Placeholder 3">
            <a:extLst>
              <a:ext uri="{FF2B5EF4-FFF2-40B4-BE49-F238E27FC236}">
                <a16:creationId xmlns:a16="http://schemas.microsoft.com/office/drawing/2014/main" id="{62AB08C2-76A3-0471-6E15-CB42469090D3}"/>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720F26DA-CE31-1FC8-DF3F-B9DA8C7573B0}"/>
              </a:ext>
            </a:extLst>
          </p:cNvPr>
          <p:cNvPicPr>
            <a:picLocks noChangeAspect="1"/>
          </p:cNvPicPr>
          <p:nvPr/>
        </p:nvPicPr>
        <p:blipFill>
          <a:blip r:embed="rId3"/>
          <a:stretch>
            <a:fillRect/>
          </a:stretch>
        </p:blipFill>
        <p:spPr>
          <a:xfrm>
            <a:off x="1167414" y="3683525"/>
            <a:ext cx="6809172" cy="2962391"/>
          </a:xfrm>
          <a:prstGeom prst="rect">
            <a:avLst/>
          </a:prstGeom>
        </p:spPr>
      </p:pic>
    </p:spTree>
    <p:extLst>
      <p:ext uri="{BB962C8B-B14F-4D97-AF65-F5344CB8AC3E}">
        <p14:creationId xmlns:p14="http://schemas.microsoft.com/office/powerpoint/2010/main" val="1865405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7A94-CA84-4405-9853-62D39250019C}"/>
              </a:ext>
            </a:extLst>
          </p:cNvPr>
          <p:cNvSpPr>
            <a:spLocks noGrp="1"/>
          </p:cNvSpPr>
          <p:nvPr>
            <p:ph type="title"/>
          </p:nvPr>
        </p:nvSpPr>
        <p:spPr/>
        <p:txBody>
          <a:bodyPr/>
          <a:lstStyle/>
          <a:p>
            <a:r>
              <a:rPr lang="en-US"/>
              <a:t>Mô hình neural network</a:t>
            </a:r>
          </a:p>
        </p:txBody>
      </p:sp>
      <p:sp>
        <p:nvSpPr>
          <p:cNvPr id="3" name="Content Placeholder 2">
            <a:extLst>
              <a:ext uri="{FF2B5EF4-FFF2-40B4-BE49-F238E27FC236}">
                <a16:creationId xmlns:a16="http://schemas.microsoft.com/office/drawing/2014/main" id="{3CB13F59-4B42-6F2A-7088-05C550615DF8}"/>
              </a:ext>
            </a:extLst>
          </p:cNvPr>
          <p:cNvSpPr>
            <a:spLocks noGrp="1"/>
          </p:cNvSpPr>
          <p:nvPr>
            <p:ph idx="1"/>
          </p:nvPr>
        </p:nvSpPr>
        <p:spPr/>
        <p:txBody>
          <a:bodyPr/>
          <a:lstStyle/>
          <a:p>
            <a:r>
              <a:rPr lang="vi-VN" sz="1800" b="0" i="0">
                <a:solidFill>
                  <a:srgbClr val="000000"/>
                </a:solidFill>
                <a:effectLst/>
                <a:latin typeface="VnNimbusRomanNo9L"/>
              </a:rPr>
              <a:t>Để biểu diễn gọn lại ta sẽ gộp hai bước trên thành một trên biểu đồ như hìn</a:t>
            </a:r>
            <a:r>
              <a:rPr lang="en-US" sz="1800">
                <a:solidFill>
                  <a:srgbClr val="000000"/>
                </a:solidFill>
                <a:latin typeface="VnNimbusRomanNo9L"/>
              </a:rPr>
              <a:t>h:</a:t>
            </a:r>
            <a:br>
              <a:rPr lang="vi-VN"/>
            </a:br>
            <a:endParaRPr lang="en-US"/>
          </a:p>
        </p:txBody>
      </p:sp>
      <p:sp>
        <p:nvSpPr>
          <p:cNvPr id="4" name="Footer Placeholder 3">
            <a:extLst>
              <a:ext uri="{FF2B5EF4-FFF2-40B4-BE49-F238E27FC236}">
                <a16:creationId xmlns:a16="http://schemas.microsoft.com/office/drawing/2014/main" id="{449ACFDC-26DB-AE90-E983-8622C4D8B40A}"/>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97645D18-41AA-B9C6-D6A7-E56A7835C0AF}"/>
              </a:ext>
            </a:extLst>
          </p:cNvPr>
          <p:cNvPicPr>
            <a:picLocks noChangeAspect="1"/>
          </p:cNvPicPr>
          <p:nvPr/>
        </p:nvPicPr>
        <p:blipFill>
          <a:blip r:embed="rId3"/>
          <a:stretch>
            <a:fillRect/>
          </a:stretch>
        </p:blipFill>
        <p:spPr>
          <a:xfrm>
            <a:off x="1676400" y="2422376"/>
            <a:ext cx="5429731" cy="4237290"/>
          </a:xfrm>
          <a:prstGeom prst="rect">
            <a:avLst/>
          </a:prstGeom>
        </p:spPr>
      </p:pic>
    </p:spTree>
    <p:extLst>
      <p:ext uri="{BB962C8B-B14F-4D97-AF65-F5344CB8AC3E}">
        <p14:creationId xmlns:p14="http://schemas.microsoft.com/office/powerpoint/2010/main" val="2529856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EB324-7722-6F70-D404-A9932DB87194}"/>
              </a:ext>
            </a:extLst>
          </p:cNvPr>
          <p:cNvSpPr>
            <a:spLocks noGrp="1"/>
          </p:cNvSpPr>
          <p:nvPr>
            <p:ph type="title"/>
          </p:nvPr>
        </p:nvSpPr>
        <p:spPr/>
        <p:txBody>
          <a:bodyPr/>
          <a:lstStyle/>
          <a:p>
            <a:r>
              <a:rPr lang="en-US"/>
              <a:t>Mô hình neural network</a:t>
            </a:r>
          </a:p>
        </p:txBody>
      </p:sp>
      <p:sp>
        <p:nvSpPr>
          <p:cNvPr id="3" name="Content Placeholder 2">
            <a:extLst>
              <a:ext uri="{FF2B5EF4-FFF2-40B4-BE49-F238E27FC236}">
                <a16:creationId xmlns:a16="http://schemas.microsoft.com/office/drawing/2014/main" id="{39FD485C-56C5-D1B5-1134-BE92A6511471}"/>
              </a:ext>
            </a:extLst>
          </p:cNvPr>
          <p:cNvSpPr>
            <a:spLocks noGrp="1"/>
          </p:cNvSpPr>
          <p:nvPr>
            <p:ph idx="1"/>
          </p:nvPr>
        </p:nvSpPr>
        <p:spPr/>
        <p:txBody>
          <a:bodyPr>
            <a:normAutofit fontScale="85000" lnSpcReduction="10000"/>
          </a:bodyPr>
          <a:lstStyle/>
          <a:p>
            <a:pPr algn="just">
              <a:lnSpc>
                <a:spcPct val="150000"/>
              </a:lnSpc>
            </a:pPr>
            <a:r>
              <a:rPr lang="vi-VN" sz="2400" b="0" i="0">
                <a:solidFill>
                  <a:srgbClr val="000000"/>
                </a:solidFill>
                <a:effectLst/>
                <a:latin typeface="VnNimbusRomanNo9L"/>
              </a:rPr>
              <a:t>Hệ số </a:t>
            </a:r>
            <a:r>
              <a:rPr lang="vi-VN" sz="2400" b="0" i="1">
                <a:solidFill>
                  <a:srgbClr val="000000"/>
                </a:solidFill>
                <a:effectLst/>
                <a:latin typeface="NimbusRomNo9L-ReguItal"/>
              </a:rPr>
              <a:t>w</a:t>
            </a:r>
            <a:r>
              <a:rPr lang="vi-VN" sz="2400" b="0" i="0">
                <a:solidFill>
                  <a:srgbClr val="000000"/>
                </a:solidFill>
                <a:effectLst/>
                <a:latin typeface="NimbusRomNo9L-Regu"/>
              </a:rPr>
              <a:t>0 </a:t>
            </a:r>
            <a:r>
              <a:rPr lang="vi-VN" sz="2400" b="0" i="0">
                <a:solidFill>
                  <a:srgbClr val="000000"/>
                </a:solidFill>
                <a:effectLst/>
                <a:latin typeface="VnNimbusRomanNo9L"/>
              </a:rPr>
              <a:t>được gọi là bias. Để ý từ những bài trước đến giờ dữ liệu khi tính toán luôn được thêm 1 để tính hệ số bias </a:t>
            </a:r>
            <a:r>
              <a:rPr lang="vi-VN" sz="2400" b="0" i="1">
                <a:solidFill>
                  <a:srgbClr val="000000"/>
                </a:solidFill>
                <a:effectLst/>
                <a:latin typeface="NimbusRomNo9L-ReguItal"/>
              </a:rPr>
              <a:t>w</a:t>
            </a:r>
            <a:r>
              <a:rPr lang="vi-VN" sz="2400" b="0" i="0">
                <a:solidFill>
                  <a:srgbClr val="000000"/>
                </a:solidFill>
                <a:effectLst/>
                <a:latin typeface="NimbusRomNo9L-Regu"/>
              </a:rPr>
              <a:t>0 </a:t>
            </a:r>
            <a:r>
              <a:rPr lang="vi-VN" sz="2400" b="0" i="0">
                <a:solidFill>
                  <a:srgbClr val="000000"/>
                </a:solidFill>
                <a:effectLst/>
                <a:latin typeface="VnNimbusRomanNo9L"/>
              </a:rPr>
              <a:t>. </a:t>
            </a:r>
            <a:endParaRPr lang="en-US" sz="2400" b="0" i="0">
              <a:solidFill>
                <a:srgbClr val="000000"/>
              </a:solidFill>
              <a:effectLst/>
              <a:latin typeface="VnNimbusRomanNo9L"/>
            </a:endParaRPr>
          </a:p>
          <a:p>
            <a:pPr algn="just">
              <a:lnSpc>
                <a:spcPct val="150000"/>
              </a:lnSpc>
            </a:pPr>
            <a:r>
              <a:rPr lang="vi-VN" sz="2400" b="0" i="0">
                <a:solidFill>
                  <a:srgbClr val="000000"/>
                </a:solidFill>
                <a:effectLst/>
                <a:latin typeface="VnNimbusRomanNo9L"/>
              </a:rPr>
              <a:t>Tại sao lại cần hệ số bias? Quay lại với bài 1, phương trình đường thẳng sẽ thế nào nếu bỏ </a:t>
            </a:r>
            <a:r>
              <a:rPr lang="vi-VN" sz="2400" b="0" i="1">
                <a:solidFill>
                  <a:srgbClr val="000000"/>
                </a:solidFill>
                <a:effectLst/>
                <a:latin typeface="NimbusRomNo9L-ReguItal"/>
              </a:rPr>
              <a:t>w</a:t>
            </a:r>
            <a:r>
              <a:rPr lang="vi-VN" sz="2400" b="0" i="0">
                <a:solidFill>
                  <a:srgbClr val="000000"/>
                </a:solidFill>
                <a:effectLst/>
                <a:latin typeface="NimbusRomNo9L-Regu"/>
              </a:rPr>
              <a:t>0</a:t>
            </a:r>
            <a:r>
              <a:rPr lang="vi-VN" sz="2400" b="0" i="0">
                <a:solidFill>
                  <a:srgbClr val="000000"/>
                </a:solidFill>
                <a:effectLst/>
                <a:latin typeface="VnNimbusRomanNo9L"/>
              </a:rPr>
              <a:t>, phương trình giờ có dạng: </a:t>
            </a:r>
            <a:r>
              <a:rPr lang="vi-VN" sz="2400" b="0" i="1">
                <a:solidFill>
                  <a:srgbClr val="000000"/>
                </a:solidFill>
                <a:effectLst/>
                <a:latin typeface="NimbusRomNo9L-ReguItal"/>
              </a:rPr>
              <a:t>y </a:t>
            </a:r>
            <a:r>
              <a:rPr lang="vi-VN" sz="2400" b="0" i="0">
                <a:solidFill>
                  <a:srgbClr val="000000"/>
                </a:solidFill>
                <a:effectLst/>
                <a:latin typeface="CMR10"/>
              </a:rPr>
              <a:t>= </a:t>
            </a:r>
            <a:r>
              <a:rPr lang="vi-VN" sz="2400" b="0" i="1">
                <a:solidFill>
                  <a:srgbClr val="000000"/>
                </a:solidFill>
                <a:effectLst/>
                <a:latin typeface="NimbusRomNo9L-ReguItal"/>
              </a:rPr>
              <a:t>w</a:t>
            </a:r>
            <a:r>
              <a:rPr lang="vi-VN" sz="2400" b="0" i="0">
                <a:solidFill>
                  <a:srgbClr val="000000"/>
                </a:solidFill>
                <a:effectLst/>
                <a:latin typeface="NimbusRomNo9L-Regu"/>
              </a:rPr>
              <a:t>1 </a:t>
            </a:r>
            <a:r>
              <a:rPr lang="vi-VN" sz="2400" b="0" i="1">
                <a:solidFill>
                  <a:srgbClr val="000000"/>
                </a:solidFill>
                <a:effectLst/>
                <a:latin typeface="CMSY10"/>
              </a:rPr>
              <a:t>∗ </a:t>
            </a:r>
            <a:r>
              <a:rPr lang="vi-VN" sz="2400" b="0" i="1">
                <a:solidFill>
                  <a:srgbClr val="000000"/>
                </a:solidFill>
                <a:effectLst/>
                <a:latin typeface="NimbusRomNo9L-ReguItal"/>
              </a:rPr>
              <a:t>x</a:t>
            </a:r>
            <a:r>
              <a:rPr lang="vi-VN" sz="2400" b="0" i="0">
                <a:solidFill>
                  <a:srgbClr val="000000"/>
                </a:solidFill>
                <a:effectLst/>
                <a:latin typeface="VnNimbusRomanNo9L"/>
              </a:rPr>
              <a:t>, sẽ luôn đi qua gốc tọa độ và nó không tổng quát hóa phương trình đường thẳng nên có thể không tìm được phương trình mong muốn</a:t>
            </a:r>
            <a:r>
              <a:rPr lang="en-US" sz="2400" b="0" i="0">
                <a:solidFill>
                  <a:srgbClr val="000000"/>
                </a:solidFill>
                <a:effectLst/>
                <a:latin typeface="VnNimbusRomanNo9L"/>
              </a:rPr>
              <a:t>.</a:t>
            </a:r>
          </a:p>
          <a:p>
            <a:pPr algn="just">
              <a:lnSpc>
                <a:spcPct val="150000"/>
              </a:lnSpc>
            </a:pPr>
            <a:br>
              <a:rPr lang="vi-VN" sz="2800"/>
            </a:br>
            <a:endParaRPr lang="en-US" sz="2800"/>
          </a:p>
        </p:txBody>
      </p:sp>
      <p:sp>
        <p:nvSpPr>
          <p:cNvPr id="4" name="Footer Placeholder 3">
            <a:extLst>
              <a:ext uri="{FF2B5EF4-FFF2-40B4-BE49-F238E27FC236}">
                <a16:creationId xmlns:a16="http://schemas.microsoft.com/office/drawing/2014/main" id="{3668666F-1FAA-82F5-70A4-ECCC353837A3}"/>
              </a:ext>
            </a:extLst>
          </p:cNvPr>
          <p:cNvSpPr>
            <a:spLocks noGrp="1"/>
          </p:cNvSpPr>
          <p:nvPr>
            <p:ph type="ftr" sz="quarter" idx="11"/>
          </p:nvPr>
        </p:nvSpPr>
        <p:spPr/>
        <p:txBody>
          <a:bodyPr/>
          <a:lstStyle/>
          <a:p>
            <a:r>
              <a:rPr lang="en-US"/>
              <a:t>ThS. Lê Nhật Tùng</a:t>
            </a:r>
          </a:p>
        </p:txBody>
      </p:sp>
      <p:sp>
        <p:nvSpPr>
          <p:cNvPr id="6" name="TextBox 5">
            <a:extLst>
              <a:ext uri="{FF2B5EF4-FFF2-40B4-BE49-F238E27FC236}">
                <a16:creationId xmlns:a16="http://schemas.microsoft.com/office/drawing/2014/main" id="{DDAF99C8-5E25-B86D-FEC7-DC89913918A4}"/>
              </a:ext>
            </a:extLst>
          </p:cNvPr>
          <p:cNvSpPr txBox="1"/>
          <p:nvPr/>
        </p:nvSpPr>
        <p:spPr>
          <a:xfrm>
            <a:off x="1066799" y="5048839"/>
            <a:ext cx="7254241" cy="646331"/>
          </a:xfrm>
          <a:prstGeom prst="rect">
            <a:avLst/>
          </a:prstGeom>
          <a:noFill/>
        </p:spPr>
        <p:txBody>
          <a:bodyPr wrap="square">
            <a:spAutoFit/>
          </a:bodyPr>
          <a:lstStyle/>
          <a:p>
            <a:pPr algn="ctr"/>
            <a:r>
              <a:rPr lang="vi-VN" sz="1800" b="1" i="0">
                <a:solidFill>
                  <a:srgbClr val="000000"/>
                </a:solidFill>
                <a:effectLst/>
                <a:latin typeface="VnNimbusRomanNo9L"/>
              </a:rPr>
              <a:t>Hàm sigmoid ở đây được gọi là activation function.</a:t>
            </a:r>
            <a:r>
              <a:rPr lang="vi-VN" b="1"/>
              <a:t> </a:t>
            </a:r>
            <a:br>
              <a:rPr lang="vi-VN" b="1"/>
            </a:br>
            <a:endParaRPr lang="en-US" b="1"/>
          </a:p>
        </p:txBody>
      </p:sp>
    </p:spTree>
    <p:extLst>
      <p:ext uri="{BB962C8B-B14F-4D97-AF65-F5344CB8AC3E}">
        <p14:creationId xmlns:p14="http://schemas.microsoft.com/office/powerpoint/2010/main" val="2011307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5CC3-D4D4-2CFB-2058-EDBDD4A47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117CE-FCDF-6505-49E1-90540F7613EB}"/>
              </a:ext>
            </a:extLst>
          </p:cNvPr>
          <p:cNvSpPr>
            <a:spLocks noGrp="1"/>
          </p:cNvSpPr>
          <p:nvPr>
            <p:ph type="title"/>
          </p:nvPr>
        </p:nvSpPr>
        <p:spPr/>
        <p:txBody>
          <a:bodyPr/>
          <a:lstStyle/>
          <a:p>
            <a:r>
              <a:rPr lang="en-US"/>
              <a:t>Mô hình tổng quát</a:t>
            </a:r>
          </a:p>
        </p:txBody>
      </p:sp>
      <p:sp>
        <p:nvSpPr>
          <p:cNvPr id="4" name="Footer Placeholder 3">
            <a:extLst>
              <a:ext uri="{FF2B5EF4-FFF2-40B4-BE49-F238E27FC236}">
                <a16:creationId xmlns:a16="http://schemas.microsoft.com/office/drawing/2014/main" id="{C715A5B1-631B-C338-B272-FB23D3643669}"/>
              </a:ext>
            </a:extLst>
          </p:cNvPr>
          <p:cNvSpPr>
            <a:spLocks noGrp="1"/>
          </p:cNvSpPr>
          <p:nvPr>
            <p:ph type="ftr" sz="quarter" idx="11"/>
          </p:nvPr>
        </p:nvSpPr>
        <p:spPr/>
        <p:txBody>
          <a:bodyPr/>
          <a:lstStyle/>
          <a:p>
            <a:r>
              <a:rPr lang="en-US"/>
              <a:t>ThS. Lê Nhật Tùng</a:t>
            </a:r>
          </a:p>
        </p:txBody>
      </p:sp>
      <p:sp>
        <p:nvSpPr>
          <p:cNvPr id="5" name="TextBox 4">
            <a:extLst>
              <a:ext uri="{FF2B5EF4-FFF2-40B4-BE49-F238E27FC236}">
                <a16:creationId xmlns:a16="http://schemas.microsoft.com/office/drawing/2014/main" id="{B8A89763-773C-FED4-B37E-123AEF146E59}"/>
              </a:ext>
            </a:extLst>
          </p:cNvPr>
          <p:cNvSpPr txBox="1"/>
          <p:nvPr/>
        </p:nvSpPr>
        <p:spPr>
          <a:xfrm>
            <a:off x="822960" y="2057400"/>
            <a:ext cx="7711440" cy="3910686"/>
          </a:xfrm>
          <a:prstGeom prst="rect">
            <a:avLst/>
          </a:prstGeom>
          <a:noFill/>
        </p:spPr>
        <p:txBody>
          <a:bodyPr wrap="square">
            <a:spAutoFit/>
          </a:bodyPr>
          <a:lstStyle/>
          <a:p>
            <a:pPr algn="just">
              <a:lnSpc>
                <a:spcPct val="150000"/>
              </a:lnSpc>
              <a:buNone/>
            </a:pPr>
            <a:r>
              <a:rPr lang="vi-VN" sz="2400" b="0" i="0">
                <a:solidFill>
                  <a:srgbClr val="000000"/>
                </a:solidFill>
                <a:effectLst/>
                <a:latin typeface="VnNimbusRomanNo9L"/>
              </a:rPr>
              <a:t>Layer đầu tiên là input layer, các layer ở giữa được gọi là hidden layer, layer cuối cùng được gọi là output layer. Các hình tròn được gọi là node.</a:t>
            </a:r>
            <a:endParaRPr lang="en-US" sz="2400" b="0" i="0">
              <a:solidFill>
                <a:srgbClr val="000000"/>
              </a:solidFill>
              <a:effectLst/>
              <a:latin typeface="VnNimbusRomanNo9L"/>
            </a:endParaRPr>
          </a:p>
          <a:p>
            <a:pPr algn="just">
              <a:lnSpc>
                <a:spcPct val="150000"/>
              </a:lnSpc>
              <a:buNone/>
            </a:pPr>
            <a:endParaRPr lang="vi-VN" sz="2400" b="0" i="0">
              <a:solidFill>
                <a:srgbClr val="000000"/>
              </a:solidFill>
              <a:effectLst/>
              <a:latin typeface="VnNimbusRomanNo9L"/>
            </a:endParaRPr>
          </a:p>
          <a:p>
            <a:pPr algn="just">
              <a:lnSpc>
                <a:spcPct val="150000"/>
              </a:lnSpc>
              <a:buNone/>
            </a:pPr>
            <a:r>
              <a:rPr lang="vi-VN" sz="2400" b="0" i="0">
                <a:solidFill>
                  <a:srgbClr val="000000"/>
                </a:solidFill>
                <a:effectLst/>
                <a:latin typeface="VnNimbusRomanNo9L"/>
              </a:rPr>
              <a:t>Mỗi mô hình luôn có 1 input layer, 1 output layer, có thể có hoặc không các hidden layer. Tổng số layer trong mô hình được quy ước là số layer - 1 (không tính input layer).</a:t>
            </a:r>
            <a:r>
              <a:rPr lang="vi-VN" sz="2400"/>
              <a:t> </a:t>
            </a:r>
            <a:endParaRPr lang="en-US" sz="2400"/>
          </a:p>
        </p:txBody>
      </p:sp>
    </p:spTree>
    <p:extLst>
      <p:ext uri="{BB962C8B-B14F-4D97-AF65-F5344CB8AC3E}">
        <p14:creationId xmlns:p14="http://schemas.microsoft.com/office/powerpoint/2010/main" val="3117196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1ACD8-9B63-809A-B708-74BCCEC5A0CA}"/>
              </a:ext>
            </a:extLst>
          </p:cNvPr>
          <p:cNvSpPr>
            <a:spLocks noGrp="1"/>
          </p:cNvSpPr>
          <p:nvPr>
            <p:ph type="title"/>
          </p:nvPr>
        </p:nvSpPr>
        <p:spPr/>
        <p:txBody>
          <a:bodyPr/>
          <a:lstStyle/>
          <a:p>
            <a:r>
              <a:rPr lang="en-US"/>
              <a:t>Mô hình tổng quát</a:t>
            </a:r>
          </a:p>
        </p:txBody>
      </p:sp>
      <p:sp>
        <p:nvSpPr>
          <p:cNvPr id="4" name="Footer Placeholder 3">
            <a:extLst>
              <a:ext uri="{FF2B5EF4-FFF2-40B4-BE49-F238E27FC236}">
                <a16:creationId xmlns:a16="http://schemas.microsoft.com/office/drawing/2014/main" id="{D694C03C-CDB1-BC14-9AA2-793A99798002}"/>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CAE8602C-1AF6-692D-C86B-6323AC331A81}"/>
              </a:ext>
            </a:extLst>
          </p:cNvPr>
          <p:cNvPicPr>
            <a:picLocks noChangeAspect="1"/>
          </p:cNvPicPr>
          <p:nvPr/>
        </p:nvPicPr>
        <p:blipFill>
          <a:blip r:embed="rId3"/>
          <a:stretch>
            <a:fillRect/>
          </a:stretch>
        </p:blipFill>
        <p:spPr>
          <a:xfrm>
            <a:off x="2099560" y="1979660"/>
            <a:ext cx="4990599" cy="4237827"/>
          </a:xfrm>
          <a:prstGeom prst="rect">
            <a:avLst/>
          </a:prstGeom>
        </p:spPr>
      </p:pic>
    </p:spTree>
    <p:extLst>
      <p:ext uri="{BB962C8B-B14F-4D97-AF65-F5344CB8AC3E}">
        <p14:creationId xmlns:p14="http://schemas.microsoft.com/office/powerpoint/2010/main" val="3127997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A4C3C-99D1-D473-F729-9CFB771BA9C4}"/>
              </a:ext>
            </a:extLst>
          </p:cNvPr>
          <p:cNvSpPr>
            <a:spLocks noGrp="1"/>
          </p:cNvSpPr>
          <p:nvPr>
            <p:ph type="title"/>
          </p:nvPr>
        </p:nvSpPr>
        <p:spPr/>
        <p:txBody>
          <a:bodyPr/>
          <a:lstStyle/>
          <a:p>
            <a:r>
              <a:rPr lang="en-US"/>
              <a:t>Kí hiệu</a:t>
            </a:r>
          </a:p>
        </p:txBody>
      </p:sp>
      <p:sp>
        <p:nvSpPr>
          <p:cNvPr id="4" name="Footer Placeholder 3">
            <a:extLst>
              <a:ext uri="{FF2B5EF4-FFF2-40B4-BE49-F238E27FC236}">
                <a16:creationId xmlns:a16="http://schemas.microsoft.com/office/drawing/2014/main" id="{75A25BC7-DEC1-7787-1942-3634E10E006E}"/>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4FDB5C51-CB1D-E968-DA4E-3801C73E05A2}"/>
              </a:ext>
            </a:extLst>
          </p:cNvPr>
          <p:cNvPicPr>
            <a:picLocks noChangeAspect="1"/>
          </p:cNvPicPr>
          <p:nvPr/>
        </p:nvPicPr>
        <p:blipFill>
          <a:blip r:embed="rId2"/>
          <a:stretch>
            <a:fillRect/>
          </a:stretch>
        </p:blipFill>
        <p:spPr>
          <a:xfrm>
            <a:off x="1337310" y="1845849"/>
            <a:ext cx="6515100" cy="4498521"/>
          </a:xfrm>
          <a:prstGeom prst="rect">
            <a:avLst/>
          </a:prstGeom>
        </p:spPr>
      </p:pic>
    </p:spTree>
    <p:extLst>
      <p:ext uri="{BB962C8B-B14F-4D97-AF65-F5344CB8AC3E}">
        <p14:creationId xmlns:p14="http://schemas.microsoft.com/office/powerpoint/2010/main" val="2567893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E449D-EC18-8646-D5BD-16011FBCFD1E}"/>
              </a:ext>
            </a:extLst>
          </p:cNvPr>
          <p:cNvSpPr>
            <a:spLocks noGrp="1"/>
          </p:cNvSpPr>
          <p:nvPr>
            <p:ph type="title"/>
          </p:nvPr>
        </p:nvSpPr>
        <p:spPr/>
        <p:txBody>
          <a:bodyPr/>
          <a:lstStyle/>
          <a:p>
            <a:r>
              <a:rPr lang="en-US"/>
              <a:t>Hàm kích hoạt</a:t>
            </a:r>
          </a:p>
        </p:txBody>
      </p:sp>
      <p:sp>
        <p:nvSpPr>
          <p:cNvPr id="4" name="Footer Placeholder 3">
            <a:extLst>
              <a:ext uri="{FF2B5EF4-FFF2-40B4-BE49-F238E27FC236}">
                <a16:creationId xmlns:a16="http://schemas.microsoft.com/office/drawing/2014/main" id="{6E80AE99-006F-F72F-7FC2-2E3321A4A4E1}"/>
              </a:ext>
            </a:extLst>
          </p:cNvPr>
          <p:cNvSpPr>
            <a:spLocks noGrp="1"/>
          </p:cNvSpPr>
          <p:nvPr>
            <p:ph type="ftr" sz="quarter" idx="11"/>
          </p:nvPr>
        </p:nvSpPr>
        <p:spPr/>
        <p:txBody>
          <a:bodyPr/>
          <a:lstStyle/>
          <a:p>
            <a:r>
              <a:rPr lang="en-US"/>
              <a:t>ThS. Lê Nhật Tùng</a:t>
            </a:r>
          </a:p>
        </p:txBody>
      </p:sp>
      <p:sp>
        <p:nvSpPr>
          <p:cNvPr id="10" name="TextBox 9">
            <a:extLst>
              <a:ext uri="{FF2B5EF4-FFF2-40B4-BE49-F238E27FC236}">
                <a16:creationId xmlns:a16="http://schemas.microsoft.com/office/drawing/2014/main" id="{3E606AF4-5879-988F-F65D-2773EAC3B8C7}"/>
              </a:ext>
            </a:extLst>
          </p:cNvPr>
          <p:cNvSpPr txBox="1"/>
          <p:nvPr/>
        </p:nvSpPr>
        <p:spPr>
          <a:xfrm>
            <a:off x="822960" y="2209800"/>
            <a:ext cx="4572000" cy="1477328"/>
          </a:xfrm>
          <a:prstGeom prst="rect">
            <a:avLst/>
          </a:prstGeom>
          <a:noFill/>
        </p:spPr>
        <p:txBody>
          <a:bodyPr wrap="square">
            <a:spAutoFit/>
          </a:bodyPr>
          <a:lstStyle/>
          <a:p>
            <a:r>
              <a:rPr lang="en-US"/>
              <a:t>linear</a:t>
            </a:r>
          </a:p>
          <a:p>
            <a:r>
              <a:rPr lang="en-US"/>
              <a:t>step function</a:t>
            </a:r>
          </a:p>
          <a:p>
            <a:r>
              <a:rPr lang="en-US"/>
              <a:t>logistic (sigmoid) function</a:t>
            </a:r>
          </a:p>
          <a:p>
            <a:r>
              <a:rPr lang="en-US"/>
              <a:t>tanh function</a:t>
            </a:r>
          </a:p>
          <a:p>
            <a:r>
              <a:rPr lang="en-US"/>
              <a:t>rectified linear unit (ReLu) function</a:t>
            </a:r>
          </a:p>
        </p:txBody>
      </p:sp>
    </p:spTree>
    <p:extLst>
      <p:ext uri="{BB962C8B-B14F-4D97-AF65-F5344CB8AC3E}">
        <p14:creationId xmlns:p14="http://schemas.microsoft.com/office/powerpoint/2010/main" val="1174118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ác hàm kích hoạt (activation function) trong neural network">
            <a:extLst>
              <a:ext uri="{FF2B5EF4-FFF2-40B4-BE49-F238E27FC236}">
                <a16:creationId xmlns:a16="http://schemas.microsoft.com/office/drawing/2014/main" id="{70A86375-0C41-46C1-A423-19FC2A29C5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68438"/>
            <a:ext cx="9144000" cy="3919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267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2FEC9-8F30-B7AD-1BE2-3CCFD3F42729}"/>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DE1ADC27-9639-51F2-647B-1BAC2DD422EC}"/>
              </a:ext>
            </a:extLst>
          </p:cNvPr>
          <p:cNvSpPr>
            <a:spLocks noGrp="1"/>
          </p:cNvSpPr>
          <p:nvPr>
            <p:ph idx="1"/>
          </p:nvPr>
        </p:nvSpPr>
        <p:spPr/>
        <p:txBody>
          <a:bodyPr>
            <a:normAutofit lnSpcReduction="10000"/>
          </a:bodyPr>
          <a:lstStyle/>
          <a:p>
            <a:pPr algn="just">
              <a:lnSpc>
                <a:spcPct val="150000"/>
              </a:lnSpc>
            </a:pPr>
            <a:r>
              <a:rPr lang="vi-VN" sz="2800" b="1" i="1"/>
              <a:t>Khái niệm về học (Learning):</a:t>
            </a:r>
          </a:p>
          <a:p>
            <a:pPr algn="just">
              <a:lnSpc>
                <a:spcPct val="150000"/>
              </a:lnSpc>
            </a:pPr>
            <a:r>
              <a:rPr lang="vi-VN" sz="2800"/>
              <a:t>Học trong mạng nơ-ron là quá trình điều chỉnh các trọng số (weights) và độ lệch (biases) để giảm thiểu sai số giữa đầu ra dự đoán và đầu ra mong muốn. Quá trình này còn được gọi là "huấn luyện" (training).</a:t>
            </a:r>
            <a:endParaRPr lang="en-US" sz="2800"/>
          </a:p>
        </p:txBody>
      </p:sp>
      <p:sp>
        <p:nvSpPr>
          <p:cNvPr id="4" name="Footer Placeholder 3">
            <a:extLst>
              <a:ext uri="{FF2B5EF4-FFF2-40B4-BE49-F238E27FC236}">
                <a16:creationId xmlns:a16="http://schemas.microsoft.com/office/drawing/2014/main" id="{C85C5DB1-9B8C-D36F-0507-C6F6196D1FD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762689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2AAF2-9022-37BB-0C8A-95E0D86CA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A0A02-C9BF-459A-8C22-895114FF8FCC}"/>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ED25CAC2-52D0-656E-B991-A1856038228B}"/>
              </a:ext>
            </a:extLst>
          </p:cNvPr>
          <p:cNvSpPr>
            <a:spLocks noGrp="1"/>
          </p:cNvSpPr>
          <p:nvPr>
            <p:ph idx="1"/>
          </p:nvPr>
        </p:nvSpPr>
        <p:spPr/>
        <p:txBody>
          <a:bodyPr>
            <a:noAutofit/>
          </a:bodyPr>
          <a:lstStyle/>
          <a:p>
            <a:pPr algn="just">
              <a:lnSpc>
                <a:spcPct val="150000"/>
              </a:lnSpc>
            </a:pPr>
            <a:r>
              <a:rPr lang="en-US" b="1"/>
              <a:t>Hàm mất mát (Loss Function):</a:t>
            </a:r>
          </a:p>
          <a:p>
            <a:pPr algn="just">
              <a:lnSpc>
                <a:spcPct val="150000"/>
              </a:lnSpc>
            </a:pPr>
            <a:r>
              <a:rPr lang="vi-VN"/>
              <a:t>Hàm mất mát đo lường sai số giữa giá trị dự đoán và giá trị thực tế. Một số hàm mất mát phổ biến:</a:t>
            </a:r>
            <a:endParaRPr lang="en-US"/>
          </a:p>
          <a:p>
            <a:pPr algn="just">
              <a:lnSpc>
                <a:spcPct val="150000"/>
              </a:lnSpc>
            </a:pPr>
            <a:r>
              <a:rPr lang="vi-VN"/>
              <a:t>Bình phương sai số trung bình (Mean Squared Error - MSE)</a:t>
            </a:r>
            <a:r>
              <a:rPr lang="en-US"/>
              <a:t>: </a:t>
            </a:r>
          </a:p>
          <a:p>
            <a:pPr algn="just">
              <a:lnSpc>
                <a:spcPct val="150000"/>
              </a:lnSpc>
            </a:pPr>
            <a:r>
              <a:rPr lang="es-ES"/>
              <a:t>MSE = (1/n) × Σ(y_true - y_pred)²                       Bài toán hồi quy</a:t>
            </a:r>
          </a:p>
          <a:p>
            <a:pPr algn="just">
              <a:lnSpc>
                <a:spcPct val="150000"/>
              </a:lnSpc>
            </a:pPr>
            <a:r>
              <a:rPr lang="en-US"/>
              <a:t>Entropy chéo (Cross-Entropy):</a:t>
            </a:r>
          </a:p>
          <a:p>
            <a:pPr algn="just">
              <a:lnSpc>
                <a:spcPct val="150000"/>
              </a:lnSpc>
            </a:pPr>
            <a:r>
              <a:rPr lang="es-ES"/>
              <a:t>CE = -Σ(y_true × log(y_pred))                               Bài toán phân loại</a:t>
            </a:r>
            <a:endParaRPr lang="en-US"/>
          </a:p>
          <a:p>
            <a:pPr algn="just">
              <a:lnSpc>
                <a:spcPct val="150000"/>
              </a:lnSpc>
            </a:pPr>
            <a:endParaRPr lang="en-US"/>
          </a:p>
        </p:txBody>
      </p:sp>
      <p:sp>
        <p:nvSpPr>
          <p:cNvPr id="4" name="Footer Placeholder 3">
            <a:extLst>
              <a:ext uri="{FF2B5EF4-FFF2-40B4-BE49-F238E27FC236}">
                <a16:creationId xmlns:a16="http://schemas.microsoft.com/office/drawing/2014/main" id="{7FFA3528-9E57-C415-9BA8-9363D6CB99E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702505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D2EE1-3420-62BB-A937-BA6C5CC5F6D7}"/>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8E65296D-4430-266B-2DAD-BA3B19FB67D4}"/>
              </a:ext>
            </a:extLst>
          </p:cNvPr>
          <p:cNvSpPr>
            <a:spLocks noGrp="1"/>
          </p:cNvSpPr>
          <p:nvPr>
            <p:ph idx="1"/>
          </p:nvPr>
        </p:nvSpPr>
        <p:spPr/>
        <p:txBody>
          <a:bodyPr/>
          <a:lstStyle/>
          <a:p>
            <a:r>
              <a:rPr lang="en-US" b="1"/>
              <a:t>Ví dụ 4: Tính MSE</a:t>
            </a:r>
            <a:r>
              <a:rPr lang="en-US"/>
              <a:t> </a:t>
            </a:r>
          </a:p>
          <a:p>
            <a:r>
              <a:rPr lang="en-US"/>
              <a:t>Dự đoán: [0.2, 0.7] </a:t>
            </a:r>
          </a:p>
          <a:p>
            <a:r>
              <a:rPr lang="en-US"/>
              <a:t>Thực tế: [0, 1] </a:t>
            </a:r>
          </a:p>
          <a:p>
            <a:r>
              <a:rPr lang="en-US"/>
              <a:t>MSE = (1/2) × [(0-0.2)² + (1-0.7)²] = (1/2) × [0.04 + 0.09] = 0.065</a:t>
            </a:r>
          </a:p>
        </p:txBody>
      </p:sp>
      <p:sp>
        <p:nvSpPr>
          <p:cNvPr id="4" name="Footer Placeholder 3">
            <a:extLst>
              <a:ext uri="{FF2B5EF4-FFF2-40B4-BE49-F238E27FC236}">
                <a16:creationId xmlns:a16="http://schemas.microsoft.com/office/drawing/2014/main" id="{4CFA383B-91F1-9F34-FBFB-A9A78B5CA403}"/>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03737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8237C-648A-9886-8E3D-B6094DD64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E2354-8A2B-9CF3-E985-31FA58839971}"/>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82E2FE04-8CFC-9CCD-6FC7-03B988B69227}"/>
              </a:ext>
            </a:extLst>
          </p:cNvPr>
          <p:cNvSpPr>
            <a:spLocks noGrp="1"/>
          </p:cNvSpPr>
          <p:nvPr>
            <p:ph idx="1"/>
          </p:nvPr>
        </p:nvSpPr>
        <p:spPr>
          <a:xfrm>
            <a:off x="822959" y="1905000"/>
            <a:ext cx="7543801" cy="3964094"/>
          </a:xfrm>
        </p:spPr>
        <p:txBody>
          <a:bodyPr>
            <a:normAutofit fontScale="92500"/>
          </a:bodyPr>
          <a:lstStyle/>
          <a:p>
            <a:pPr algn="just"/>
            <a:r>
              <a:rPr lang="en-US" sz="2600"/>
              <a:t>Thuật toán Gradient Descent:</a:t>
            </a:r>
          </a:p>
          <a:p>
            <a:pPr algn="just">
              <a:buNone/>
            </a:pPr>
            <a:r>
              <a:rPr lang="vi-VN"/>
              <a:t>Gradient Descent là kỹ thuật tối ưu hóa dùng để điều chỉnh trọng số trong mạng nơ-ron:</a:t>
            </a:r>
          </a:p>
          <a:p>
            <a:pPr algn="just">
              <a:buFont typeface="+mj-lt"/>
              <a:buAutoNum type="arabicPeriod"/>
            </a:pPr>
            <a:r>
              <a:rPr lang="vi-VN"/>
              <a:t>Bắt đầu với các trọng số ngẫu nhiên</a:t>
            </a:r>
          </a:p>
          <a:p>
            <a:pPr algn="just">
              <a:buFont typeface="+mj-lt"/>
              <a:buAutoNum type="arabicPeriod"/>
            </a:pPr>
            <a:r>
              <a:rPr lang="vi-VN"/>
              <a:t>Tính toán gradient (đạo hàm) của hàm mất mát theo mỗi trọng số</a:t>
            </a:r>
          </a:p>
          <a:p>
            <a:pPr algn="just">
              <a:buFont typeface="+mj-lt"/>
              <a:buAutoNum type="arabicPeriod"/>
            </a:pPr>
            <a:r>
              <a:rPr lang="vi-VN"/>
              <a:t>Điều chỉnh trọng số ngược với hướng gradient (để giảm giá trị hàm mất mát)</a:t>
            </a:r>
          </a:p>
          <a:p>
            <a:pPr algn="just">
              <a:buFont typeface="+mj-lt"/>
              <a:buAutoNum type="arabicPeriod"/>
            </a:pPr>
            <a:r>
              <a:rPr lang="vi-VN"/>
              <a:t>Lặp lại quá trình cho đến khi hàm mất mát đủ nhỏ hoặc đạt số lần lặp tối đa</a:t>
            </a:r>
          </a:p>
          <a:p>
            <a:pPr algn="just"/>
            <a:r>
              <a:rPr lang="vi-VN"/>
              <a:t>Công thức cập nhật trọng số:</a:t>
            </a:r>
            <a:r>
              <a:rPr lang="en-US">
                <a:solidFill>
                  <a:srgbClr val="FF0000"/>
                </a:solidFill>
              </a:rPr>
              <a:t> w_new = w_old - learning_rate × gradient</a:t>
            </a:r>
            <a:endParaRPr lang="vi-VN">
              <a:solidFill>
                <a:srgbClr val="FF0000"/>
              </a:solidFill>
            </a:endParaRPr>
          </a:p>
          <a:p>
            <a:pPr algn="just"/>
            <a:endParaRPr lang="en-US"/>
          </a:p>
        </p:txBody>
      </p:sp>
      <p:sp>
        <p:nvSpPr>
          <p:cNvPr id="4" name="Footer Placeholder 3">
            <a:extLst>
              <a:ext uri="{FF2B5EF4-FFF2-40B4-BE49-F238E27FC236}">
                <a16:creationId xmlns:a16="http://schemas.microsoft.com/office/drawing/2014/main" id="{A561C2FA-F091-3E9C-68E6-5D237D95C82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366199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13DBF-DBA2-69EE-10E4-56DC49319C0B}"/>
              </a:ext>
            </a:extLst>
          </p:cNvPr>
          <p:cNvSpPr>
            <a:spLocks noGrp="1"/>
          </p:cNvSpPr>
          <p:nvPr>
            <p:ph type="title"/>
          </p:nvPr>
        </p:nvSpPr>
        <p:spPr/>
        <p:txBody>
          <a:bodyPr>
            <a:normAutofit/>
          </a:bodyPr>
          <a:lstStyle/>
          <a:p>
            <a:r>
              <a:rPr lang="vi-VN" sz="4400"/>
              <a:t>Quá trình học của mạng nơ-ron</a:t>
            </a:r>
            <a:endParaRPr lang="en-US" sz="4400"/>
          </a:p>
        </p:txBody>
      </p:sp>
      <p:sp>
        <p:nvSpPr>
          <p:cNvPr id="3" name="Content Placeholder 2">
            <a:extLst>
              <a:ext uri="{FF2B5EF4-FFF2-40B4-BE49-F238E27FC236}">
                <a16:creationId xmlns:a16="http://schemas.microsoft.com/office/drawing/2014/main" id="{75F9C4CD-EA4A-0E03-25E3-973D3473522C}"/>
              </a:ext>
            </a:extLst>
          </p:cNvPr>
          <p:cNvSpPr>
            <a:spLocks noGrp="1"/>
          </p:cNvSpPr>
          <p:nvPr>
            <p:ph idx="1"/>
          </p:nvPr>
        </p:nvSpPr>
        <p:spPr/>
        <p:txBody>
          <a:bodyPr/>
          <a:lstStyle/>
          <a:p>
            <a:pPr>
              <a:buNone/>
            </a:pPr>
            <a:r>
              <a:rPr lang="vi-VN" b="1"/>
              <a:t>Ví dụ 5: Gradient Descent đơn giản</a:t>
            </a:r>
            <a:r>
              <a:rPr lang="vi-VN"/>
              <a:t> </a:t>
            </a:r>
            <a:endParaRPr lang="en-US"/>
          </a:p>
          <a:p>
            <a:pPr>
              <a:buNone/>
            </a:pPr>
            <a:r>
              <a:rPr lang="vi-VN"/>
              <a:t>Giả sử ta có hàm mất mát J(w) = w² và trọng số ban đầu w = 5:</a:t>
            </a:r>
          </a:p>
          <a:p>
            <a:pPr>
              <a:buFont typeface="Arial" panose="020B0604020202020204" pitchFamily="34" charset="0"/>
              <a:buChar char="•"/>
            </a:pPr>
            <a:r>
              <a:rPr lang="en-US"/>
              <a:t> </a:t>
            </a:r>
            <a:r>
              <a:rPr lang="vi-VN"/>
              <a:t>Gradient: ∂J/∂w = 2w = 2 × 5 = 10</a:t>
            </a:r>
          </a:p>
          <a:p>
            <a:pPr>
              <a:buFont typeface="Arial" panose="020B0604020202020204" pitchFamily="34" charset="0"/>
              <a:buChar char="•"/>
            </a:pPr>
            <a:r>
              <a:rPr lang="en-US"/>
              <a:t> </a:t>
            </a:r>
            <a:r>
              <a:rPr lang="vi-VN"/>
              <a:t>Learning rate: 0.1</a:t>
            </a:r>
          </a:p>
          <a:p>
            <a:pPr>
              <a:buFont typeface="Arial" panose="020B0604020202020204" pitchFamily="34" charset="0"/>
              <a:buChar char="•"/>
            </a:pPr>
            <a:r>
              <a:rPr lang="vi-VN"/>
              <a:t>Cập nhật w: w_new = 5 - 0.1 × 10 = 4</a:t>
            </a:r>
          </a:p>
          <a:p>
            <a:pPr>
              <a:buFont typeface="Arial" panose="020B0604020202020204" pitchFamily="34" charset="0"/>
              <a:buChar char="•"/>
            </a:pPr>
            <a:r>
              <a:rPr lang="en-US"/>
              <a:t> </a:t>
            </a:r>
            <a:r>
              <a:rPr lang="vi-VN"/>
              <a:t>Lặp lại quá trình này, w sẽ dần tiến về 0 (giá trị tối thiểu của hàm w²)</a:t>
            </a:r>
          </a:p>
          <a:p>
            <a:endParaRPr lang="en-US"/>
          </a:p>
        </p:txBody>
      </p:sp>
      <p:sp>
        <p:nvSpPr>
          <p:cNvPr id="4" name="Footer Placeholder 3">
            <a:extLst>
              <a:ext uri="{FF2B5EF4-FFF2-40B4-BE49-F238E27FC236}">
                <a16:creationId xmlns:a16="http://schemas.microsoft.com/office/drawing/2014/main" id="{F1DFA3FC-A75D-BD5B-78C9-A25D320D2E5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182016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DA913-E1CC-B070-7F35-B81FC62048C2}"/>
              </a:ext>
            </a:extLst>
          </p:cNvPr>
          <p:cNvSpPr>
            <a:spLocks noGrp="1"/>
          </p:cNvSpPr>
          <p:nvPr>
            <p:ph type="title"/>
          </p:nvPr>
        </p:nvSpPr>
        <p:spPr/>
        <p:txBody>
          <a:bodyPr>
            <a:normAutofit/>
          </a:bodyPr>
          <a:lstStyle/>
          <a:p>
            <a:r>
              <a:rPr lang="vi-VN" sz="4000"/>
              <a:t>Quá trình học của mạng nơ-ron</a:t>
            </a:r>
            <a:endParaRPr lang="en-US" sz="4000"/>
          </a:p>
        </p:txBody>
      </p:sp>
      <p:sp>
        <p:nvSpPr>
          <p:cNvPr id="3" name="Content Placeholder 2">
            <a:extLst>
              <a:ext uri="{FF2B5EF4-FFF2-40B4-BE49-F238E27FC236}">
                <a16:creationId xmlns:a16="http://schemas.microsoft.com/office/drawing/2014/main" id="{1B11E05D-281C-9887-99E6-E898BDDF9CA3}"/>
              </a:ext>
            </a:extLst>
          </p:cNvPr>
          <p:cNvSpPr>
            <a:spLocks noGrp="1"/>
          </p:cNvSpPr>
          <p:nvPr>
            <p:ph idx="1"/>
          </p:nvPr>
        </p:nvSpPr>
        <p:spPr/>
        <p:txBody>
          <a:bodyPr>
            <a:normAutofit fontScale="92500" lnSpcReduction="10000"/>
          </a:bodyPr>
          <a:lstStyle/>
          <a:p>
            <a:r>
              <a:rPr lang="en-US" sz="2800" b="1"/>
              <a:t>Thuật toán Backpropagation:</a:t>
            </a:r>
          </a:p>
          <a:p>
            <a:pPr>
              <a:buNone/>
            </a:pPr>
            <a:r>
              <a:rPr lang="vi-VN" sz="2400"/>
              <a:t>Backpropagation (lan truyền ngược) là thuật toán hiệu quả để tính gradient trong mạng nơ-ron nhiều lớp:</a:t>
            </a:r>
          </a:p>
          <a:p>
            <a:pPr>
              <a:buFont typeface="+mj-lt"/>
              <a:buAutoNum type="arabicPeriod"/>
            </a:pPr>
            <a:r>
              <a:rPr lang="en-US" sz="2400" b="1"/>
              <a:t> </a:t>
            </a:r>
            <a:r>
              <a:rPr lang="vi-VN" sz="2400" b="1"/>
              <a:t>Lan truyền thuận (Forward Pass)</a:t>
            </a:r>
            <a:r>
              <a:rPr lang="vi-VN" sz="2400"/>
              <a:t>: Tính đầu ra của mạng từ đầu vào</a:t>
            </a:r>
          </a:p>
          <a:p>
            <a:pPr>
              <a:buFont typeface="+mj-lt"/>
              <a:buAutoNum type="arabicPeriod"/>
            </a:pPr>
            <a:r>
              <a:rPr lang="en-US" sz="2400" b="1"/>
              <a:t> </a:t>
            </a:r>
            <a:r>
              <a:rPr lang="vi-VN" sz="2400" b="1"/>
              <a:t>Tính lỗi (Error Calculation)</a:t>
            </a:r>
            <a:r>
              <a:rPr lang="vi-VN" sz="2400"/>
              <a:t>: So sánh đầu ra với giá trị mong muốn</a:t>
            </a:r>
          </a:p>
          <a:p>
            <a:pPr>
              <a:buFont typeface="+mj-lt"/>
              <a:buAutoNum type="arabicPeriod"/>
            </a:pPr>
            <a:r>
              <a:rPr lang="en-US" sz="2400" b="1"/>
              <a:t> </a:t>
            </a:r>
            <a:r>
              <a:rPr lang="vi-VN" sz="2400" b="1"/>
              <a:t>Lan truyền ngược (Backward Pass)</a:t>
            </a:r>
            <a:r>
              <a:rPr lang="vi-VN" sz="2400"/>
              <a:t>: Truyền lỗi ngược từ output về input, tính gradient cho mỗi trọng số</a:t>
            </a:r>
          </a:p>
          <a:p>
            <a:pPr>
              <a:buFont typeface="+mj-lt"/>
              <a:buAutoNum type="arabicPeriod"/>
            </a:pPr>
            <a:r>
              <a:rPr lang="en-US" sz="2400" b="1"/>
              <a:t> </a:t>
            </a:r>
            <a:r>
              <a:rPr lang="vi-VN" sz="2400" b="1"/>
              <a:t>Cập nhật trọng số (Weight Update)</a:t>
            </a:r>
            <a:r>
              <a:rPr lang="vi-VN" sz="2400"/>
              <a:t>: Điều chỉnh trọng số dựa trên gradient</a:t>
            </a:r>
          </a:p>
          <a:p>
            <a:endParaRPr lang="en-US" sz="2800" b="1"/>
          </a:p>
        </p:txBody>
      </p:sp>
      <p:sp>
        <p:nvSpPr>
          <p:cNvPr id="4" name="Footer Placeholder 3">
            <a:extLst>
              <a:ext uri="{FF2B5EF4-FFF2-40B4-BE49-F238E27FC236}">
                <a16:creationId xmlns:a16="http://schemas.microsoft.com/office/drawing/2014/main" id="{A5F47A80-F708-D589-37EE-AFEECC53C06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362136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298A1-DFC2-1335-AA4D-29B693B432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38C123-4C72-C631-4911-F9E1E2062D0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F3D58ADC-3277-B724-B3C1-7D833B8097C7}"/>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56E0A895-E4DE-0916-25DB-2E94274BDFC4}"/>
              </a:ext>
            </a:extLst>
          </p:cNvPr>
          <p:cNvPicPr>
            <a:picLocks noChangeAspect="1"/>
          </p:cNvPicPr>
          <p:nvPr/>
        </p:nvPicPr>
        <p:blipFill>
          <a:blip r:embed="rId3"/>
          <a:stretch>
            <a:fillRect/>
          </a:stretch>
        </p:blipFill>
        <p:spPr>
          <a:xfrm>
            <a:off x="269900" y="143302"/>
            <a:ext cx="8649917" cy="6571396"/>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AEB61F1-017F-9A84-805D-90FA31C716D4}"/>
                  </a:ext>
                </a:extLst>
              </p14:cNvPr>
              <p14:cNvContentPartPr/>
              <p14:nvPr/>
            </p14:nvContentPartPr>
            <p14:xfrm>
              <a:off x="4080960" y="942120"/>
              <a:ext cx="4861080" cy="4183920"/>
            </p14:xfrm>
          </p:contentPart>
        </mc:Choice>
        <mc:Fallback xmlns="">
          <p:pic>
            <p:nvPicPr>
              <p:cNvPr id="5" name="Ink 4">
                <a:extLst>
                  <a:ext uri="{FF2B5EF4-FFF2-40B4-BE49-F238E27FC236}">
                    <a16:creationId xmlns:a16="http://schemas.microsoft.com/office/drawing/2014/main" id="{1AEB61F1-017F-9A84-805D-90FA31C716D4}"/>
                  </a:ext>
                </a:extLst>
              </p:cNvPr>
              <p:cNvPicPr/>
              <p:nvPr/>
            </p:nvPicPr>
            <p:blipFill>
              <a:blip r:embed="rId5"/>
              <a:stretch>
                <a:fillRect/>
              </a:stretch>
            </p:blipFill>
            <p:spPr>
              <a:xfrm>
                <a:off x="4071600" y="932760"/>
                <a:ext cx="4879800" cy="4202640"/>
              </a:xfrm>
              <a:prstGeom prst="rect">
                <a:avLst/>
              </a:prstGeom>
            </p:spPr>
          </p:pic>
        </mc:Fallback>
      </mc:AlternateContent>
    </p:spTree>
    <p:extLst>
      <p:ext uri="{BB962C8B-B14F-4D97-AF65-F5344CB8AC3E}">
        <p14:creationId xmlns:p14="http://schemas.microsoft.com/office/powerpoint/2010/main" val="1654180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F3DAD8-9877-1D8A-BAA2-68A39D0EE8C5}"/>
              </a:ext>
            </a:extLst>
          </p:cNvPr>
          <p:cNvPicPr>
            <a:picLocks noChangeAspect="1"/>
          </p:cNvPicPr>
          <p:nvPr/>
        </p:nvPicPr>
        <p:blipFill>
          <a:blip r:embed="rId3"/>
          <a:stretch>
            <a:fillRect/>
          </a:stretch>
        </p:blipFill>
        <p:spPr>
          <a:xfrm>
            <a:off x="1110977" y="342900"/>
            <a:ext cx="6922045" cy="5894949"/>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E4DB869-DECE-9ACA-8CDC-4B3BF8E8974C}"/>
                  </a:ext>
                </a:extLst>
              </p14:cNvPr>
              <p14:cNvContentPartPr/>
              <p14:nvPr/>
            </p14:nvContentPartPr>
            <p14:xfrm>
              <a:off x="2481120" y="2107080"/>
              <a:ext cx="5265720" cy="3424320"/>
            </p14:xfrm>
          </p:contentPart>
        </mc:Choice>
        <mc:Fallback xmlns="">
          <p:pic>
            <p:nvPicPr>
              <p:cNvPr id="2" name="Ink 1">
                <a:extLst>
                  <a:ext uri="{FF2B5EF4-FFF2-40B4-BE49-F238E27FC236}">
                    <a16:creationId xmlns:a16="http://schemas.microsoft.com/office/drawing/2014/main" id="{AE4DB869-DECE-9ACA-8CDC-4B3BF8E8974C}"/>
                  </a:ext>
                </a:extLst>
              </p:cNvPr>
              <p:cNvPicPr/>
              <p:nvPr/>
            </p:nvPicPr>
            <p:blipFill>
              <a:blip r:embed="rId5"/>
              <a:stretch>
                <a:fillRect/>
              </a:stretch>
            </p:blipFill>
            <p:spPr>
              <a:xfrm>
                <a:off x="2471760" y="2097720"/>
                <a:ext cx="5284440" cy="3443040"/>
              </a:xfrm>
              <a:prstGeom prst="rect">
                <a:avLst/>
              </a:prstGeom>
            </p:spPr>
          </p:pic>
        </mc:Fallback>
      </mc:AlternateContent>
    </p:spTree>
    <p:extLst>
      <p:ext uri="{BB962C8B-B14F-4D97-AF65-F5344CB8AC3E}">
        <p14:creationId xmlns:p14="http://schemas.microsoft.com/office/powerpoint/2010/main" val="2501124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8AF164-9C03-867D-9578-E09D20B853A7}"/>
              </a:ext>
            </a:extLst>
          </p:cNvPr>
          <p:cNvPicPr>
            <a:picLocks noChangeAspect="1"/>
          </p:cNvPicPr>
          <p:nvPr/>
        </p:nvPicPr>
        <p:blipFill>
          <a:blip r:embed="rId3"/>
          <a:stretch>
            <a:fillRect/>
          </a:stretch>
        </p:blipFill>
        <p:spPr>
          <a:xfrm>
            <a:off x="-17318" y="190500"/>
            <a:ext cx="9144000" cy="2107539"/>
          </a:xfrm>
          <a:prstGeom prst="rect">
            <a:avLst/>
          </a:prstGeom>
        </p:spPr>
      </p:pic>
      <p:pic>
        <p:nvPicPr>
          <p:cNvPr id="8" name="Picture 7">
            <a:extLst>
              <a:ext uri="{FF2B5EF4-FFF2-40B4-BE49-F238E27FC236}">
                <a16:creationId xmlns:a16="http://schemas.microsoft.com/office/drawing/2014/main" id="{717EB4F4-2F20-16A0-3C5E-865DDEEB0E01}"/>
              </a:ext>
            </a:extLst>
          </p:cNvPr>
          <p:cNvPicPr>
            <a:picLocks noChangeAspect="1"/>
          </p:cNvPicPr>
          <p:nvPr/>
        </p:nvPicPr>
        <p:blipFill>
          <a:blip r:embed="rId4"/>
          <a:stretch>
            <a:fillRect/>
          </a:stretch>
        </p:blipFill>
        <p:spPr>
          <a:xfrm>
            <a:off x="27709" y="2298039"/>
            <a:ext cx="9144000" cy="2920130"/>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419C71E8-D15D-883D-3D7D-C4229D89AAD7}"/>
                  </a:ext>
                </a:extLst>
              </p14:cNvPr>
              <p14:cNvContentPartPr/>
              <p14:nvPr/>
            </p14:nvContentPartPr>
            <p14:xfrm>
              <a:off x="111600" y="709200"/>
              <a:ext cx="2876040" cy="3029040"/>
            </p14:xfrm>
          </p:contentPart>
        </mc:Choice>
        <mc:Fallback xmlns="">
          <p:pic>
            <p:nvPicPr>
              <p:cNvPr id="2" name="Ink 1">
                <a:extLst>
                  <a:ext uri="{FF2B5EF4-FFF2-40B4-BE49-F238E27FC236}">
                    <a16:creationId xmlns:a16="http://schemas.microsoft.com/office/drawing/2014/main" id="{419C71E8-D15D-883D-3D7D-C4229D89AAD7}"/>
                  </a:ext>
                </a:extLst>
              </p:cNvPr>
              <p:cNvPicPr/>
              <p:nvPr/>
            </p:nvPicPr>
            <p:blipFill>
              <a:blip r:embed="rId6"/>
              <a:stretch>
                <a:fillRect/>
              </a:stretch>
            </p:blipFill>
            <p:spPr>
              <a:xfrm>
                <a:off x="102240" y="699840"/>
                <a:ext cx="2894760" cy="3047760"/>
              </a:xfrm>
              <a:prstGeom prst="rect">
                <a:avLst/>
              </a:prstGeom>
            </p:spPr>
          </p:pic>
        </mc:Fallback>
      </mc:AlternateContent>
    </p:spTree>
    <p:extLst>
      <p:ext uri="{BB962C8B-B14F-4D97-AF65-F5344CB8AC3E}">
        <p14:creationId xmlns:p14="http://schemas.microsoft.com/office/powerpoint/2010/main" val="1700265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9EA0794-61F7-2BAB-BEEE-0896AA5A9124}"/>
              </a:ext>
            </a:extLst>
          </p:cNvPr>
          <p:cNvPicPr>
            <a:picLocks noChangeAspect="1"/>
          </p:cNvPicPr>
          <p:nvPr/>
        </p:nvPicPr>
        <p:blipFill>
          <a:blip r:embed="rId2"/>
          <a:stretch>
            <a:fillRect/>
          </a:stretch>
        </p:blipFill>
        <p:spPr>
          <a:xfrm>
            <a:off x="278562" y="780675"/>
            <a:ext cx="8586876" cy="5296650"/>
          </a:xfrm>
          <a:prstGeom prst="rect">
            <a:avLst/>
          </a:prstGeom>
        </p:spPr>
      </p:pic>
    </p:spTree>
    <p:extLst>
      <p:ext uri="{BB962C8B-B14F-4D97-AF65-F5344CB8AC3E}">
        <p14:creationId xmlns:p14="http://schemas.microsoft.com/office/powerpoint/2010/main" val="3813043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CF0D-BD53-7ACA-C4EC-9D0262F0802E}"/>
              </a:ext>
            </a:extLst>
          </p:cNvPr>
          <p:cNvSpPr>
            <a:spLocks noGrp="1"/>
          </p:cNvSpPr>
          <p:nvPr>
            <p:ph type="title"/>
          </p:nvPr>
        </p:nvSpPr>
        <p:spPr/>
        <p:txBody>
          <a:bodyPr/>
          <a:lstStyle/>
          <a:p>
            <a:r>
              <a:rPr lang="en-US"/>
              <a:t>Ví dụ Python</a:t>
            </a:r>
          </a:p>
        </p:txBody>
      </p:sp>
      <p:sp>
        <p:nvSpPr>
          <p:cNvPr id="4" name="Footer Placeholder 3">
            <a:extLst>
              <a:ext uri="{FF2B5EF4-FFF2-40B4-BE49-F238E27FC236}">
                <a16:creationId xmlns:a16="http://schemas.microsoft.com/office/drawing/2014/main" id="{DC6B130E-5566-8897-3E6B-B782EAF2080C}"/>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B0C2C027-4C1A-DBF9-BE25-832A1CA1C787}"/>
              </a:ext>
            </a:extLst>
          </p:cNvPr>
          <p:cNvPicPr>
            <a:picLocks noChangeAspect="1"/>
          </p:cNvPicPr>
          <p:nvPr/>
        </p:nvPicPr>
        <p:blipFill>
          <a:blip r:embed="rId3"/>
          <a:stretch>
            <a:fillRect/>
          </a:stretch>
        </p:blipFill>
        <p:spPr>
          <a:xfrm>
            <a:off x="628996" y="2245721"/>
            <a:ext cx="7734300" cy="2935043"/>
          </a:xfrm>
          <a:prstGeom prst="rect">
            <a:avLst/>
          </a:prstGeom>
        </p:spPr>
      </p:pic>
    </p:spTree>
    <p:extLst>
      <p:ext uri="{BB962C8B-B14F-4D97-AF65-F5344CB8AC3E}">
        <p14:creationId xmlns:p14="http://schemas.microsoft.com/office/powerpoint/2010/main" val="974386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17F95C4-3927-8CA7-1647-0650F5A537AE}"/>
              </a:ext>
            </a:extLst>
          </p:cNvPr>
          <p:cNvPicPr>
            <a:picLocks noChangeAspect="1"/>
          </p:cNvPicPr>
          <p:nvPr/>
        </p:nvPicPr>
        <p:blipFill>
          <a:blip r:embed="rId3"/>
          <a:stretch>
            <a:fillRect/>
          </a:stretch>
        </p:blipFill>
        <p:spPr>
          <a:xfrm>
            <a:off x="0" y="1564771"/>
            <a:ext cx="9144000" cy="3728457"/>
          </a:xfrm>
          <a:prstGeom prst="rect">
            <a:avLst/>
          </a:prstGeom>
        </p:spPr>
      </p:pic>
    </p:spTree>
    <p:extLst>
      <p:ext uri="{BB962C8B-B14F-4D97-AF65-F5344CB8AC3E}">
        <p14:creationId xmlns:p14="http://schemas.microsoft.com/office/powerpoint/2010/main" val="197870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D6B7651-2C7A-A67F-4667-21751EBCE070}"/>
              </a:ext>
            </a:extLst>
          </p:cNvPr>
          <p:cNvPicPr>
            <a:picLocks noChangeAspect="1"/>
          </p:cNvPicPr>
          <p:nvPr/>
        </p:nvPicPr>
        <p:blipFill>
          <a:blip r:embed="rId3"/>
          <a:stretch>
            <a:fillRect/>
          </a:stretch>
        </p:blipFill>
        <p:spPr>
          <a:xfrm>
            <a:off x="152400" y="1485900"/>
            <a:ext cx="8801100" cy="4267200"/>
          </a:xfrm>
          <a:prstGeom prst="rect">
            <a:avLst/>
          </a:prstGeom>
        </p:spPr>
      </p:pic>
    </p:spTree>
    <p:extLst>
      <p:ext uri="{BB962C8B-B14F-4D97-AF65-F5344CB8AC3E}">
        <p14:creationId xmlns:p14="http://schemas.microsoft.com/office/powerpoint/2010/main" val="1920698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5E7AB60-9EAF-FE58-8B1D-45AF6348CDE0}"/>
              </a:ext>
            </a:extLst>
          </p:cNvPr>
          <p:cNvPicPr>
            <a:picLocks noChangeAspect="1"/>
          </p:cNvPicPr>
          <p:nvPr/>
        </p:nvPicPr>
        <p:blipFill>
          <a:blip r:embed="rId3"/>
          <a:stretch>
            <a:fillRect/>
          </a:stretch>
        </p:blipFill>
        <p:spPr>
          <a:xfrm>
            <a:off x="0" y="1139450"/>
            <a:ext cx="9144000" cy="4579099"/>
          </a:xfrm>
          <a:prstGeom prst="rect">
            <a:avLst/>
          </a:prstGeom>
        </p:spPr>
      </p:pic>
    </p:spTree>
    <p:extLst>
      <p:ext uri="{BB962C8B-B14F-4D97-AF65-F5344CB8AC3E}">
        <p14:creationId xmlns:p14="http://schemas.microsoft.com/office/powerpoint/2010/main" val="158733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18614-08EF-D979-1BDB-63AD8C329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09E9D-39CB-55F9-FE08-A3BFA1E0B7A2}"/>
              </a:ext>
            </a:extLst>
          </p:cNvPr>
          <p:cNvSpPr>
            <a:spLocks noGrp="1"/>
          </p:cNvSpPr>
          <p:nvPr>
            <p:ph type="title"/>
          </p:nvPr>
        </p:nvSpPr>
        <p:spPr/>
        <p:txBody>
          <a:bodyPr/>
          <a:lstStyle/>
          <a:p>
            <a:r>
              <a:rPr lang="en-US"/>
              <a:t>Ví dụ R</a:t>
            </a:r>
          </a:p>
        </p:txBody>
      </p:sp>
      <p:sp>
        <p:nvSpPr>
          <p:cNvPr id="4" name="Footer Placeholder 3">
            <a:extLst>
              <a:ext uri="{FF2B5EF4-FFF2-40B4-BE49-F238E27FC236}">
                <a16:creationId xmlns:a16="http://schemas.microsoft.com/office/drawing/2014/main" id="{F48C4DD6-510A-FDB4-AED8-7310A39B4E54}"/>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7E3D879D-958B-9A9A-38E6-55D44044EAFC}"/>
              </a:ext>
            </a:extLst>
          </p:cNvPr>
          <p:cNvPicPr>
            <a:picLocks noChangeAspect="1"/>
          </p:cNvPicPr>
          <p:nvPr/>
        </p:nvPicPr>
        <p:blipFill>
          <a:blip r:embed="rId3"/>
          <a:stretch>
            <a:fillRect/>
          </a:stretch>
        </p:blipFill>
        <p:spPr>
          <a:xfrm>
            <a:off x="313730" y="2133419"/>
            <a:ext cx="8516539" cy="2591162"/>
          </a:xfrm>
          <a:prstGeom prst="rect">
            <a:avLst/>
          </a:prstGeom>
        </p:spPr>
      </p:pic>
    </p:spTree>
    <p:extLst>
      <p:ext uri="{BB962C8B-B14F-4D97-AF65-F5344CB8AC3E}">
        <p14:creationId xmlns:p14="http://schemas.microsoft.com/office/powerpoint/2010/main" val="3035775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57B00A9-1038-099A-2D2B-EA9A9B83F45D}"/>
              </a:ext>
            </a:extLst>
          </p:cNvPr>
          <p:cNvPicPr>
            <a:picLocks noChangeAspect="1"/>
          </p:cNvPicPr>
          <p:nvPr/>
        </p:nvPicPr>
        <p:blipFill>
          <a:blip r:embed="rId2"/>
          <a:stretch>
            <a:fillRect/>
          </a:stretch>
        </p:blipFill>
        <p:spPr>
          <a:xfrm>
            <a:off x="594757" y="290074"/>
            <a:ext cx="7954485" cy="6277851"/>
          </a:xfrm>
          <a:prstGeom prst="rect">
            <a:avLst/>
          </a:prstGeom>
        </p:spPr>
      </p:pic>
    </p:spTree>
    <p:extLst>
      <p:ext uri="{BB962C8B-B14F-4D97-AF65-F5344CB8AC3E}">
        <p14:creationId xmlns:p14="http://schemas.microsoft.com/office/powerpoint/2010/main" val="3307608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117BAC-CCA9-5138-8487-F9F609B13813}"/>
              </a:ext>
            </a:extLst>
          </p:cNvPr>
          <p:cNvPicPr>
            <a:picLocks noChangeAspect="1"/>
          </p:cNvPicPr>
          <p:nvPr/>
        </p:nvPicPr>
        <p:blipFill>
          <a:blip r:embed="rId2"/>
          <a:stretch>
            <a:fillRect/>
          </a:stretch>
        </p:blipFill>
        <p:spPr>
          <a:xfrm>
            <a:off x="570941" y="1118865"/>
            <a:ext cx="8002117" cy="4620270"/>
          </a:xfrm>
          <a:prstGeom prst="rect">
            <a:avLst/>
          </a:prstGeom>
        </p:spPr>
      </p:pic>
    </p:spTree>
    <p:extLst>
      <p:ext uri="{BB962C8B-B14F-4D97-AF65-F5344CB8AC3E}">
        <p14:creationId xmlns:p14="http://schemas.microsoft.com/office/powerpoint/2010/main" val="4166797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D4EAA9F-AC52-0796-5B21-DA3C84C14429}"/>
              </a:ext>
            </a:extLst>
          </p:cNvPr>
          <p:cNvPicPr>
            <a:picLocks noChangeAspect="1"/>
          </p:cNvPicPr>
          <p:nvPr/>
        </p:nvPicPr>
        <p:blipFill>
          <a:blip r:embed="rId2"/>
          <a:stretch>
            <a:fillRect/>
          </a:stretch>
        </p:blipFill>
        <p:spPr>
          <a:xfrm>
            <a:off x="800100" y="0"/>
            <a:ext cx="7204487" cy="6729884"/>
          </a:xfrm>
          <a:prstGeom prst="rect">
            <a:avLst/>
          </a:prstGeom>
        </p:spPr>
      </p:pic>
    </p:spTree>
    <p:extLst>
      <p:ext uri="{BB962C8B-B14F-4D97-AF65-F5344CB8AC3E}">
        <p14:creationId xmlns:p14="http://schemas.microsoft.com/office/powerpoint/2010/main" val="1288763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D13E8-14AC-97D7-BF7B-E50D3623BC66}"/>
              </a:ext>
            </a:extLst>
          </p:cNvPr>
          <p:cNvSpPr>
            <a:spLocks noGrp="1"/>
          </p:cNvSpPr>
          <p:nvPr>
            <p:ph type="title"/>
          </p:nvPr>
        </p:nvSpPr>
        <p:spPr/>
        <p:txBody>
          <a:bodyPr/>
          <a:lstStyle/>
          <a:p>
            <a:r>
              <a:rPr lang="vi-VN"/>
              <a:t>Cải thiện mạng nơ-ron cơ bản</a:t>
            </a:r>
            <a:endParaRPr lang="en-US"/>
          </a:p>
        </p:txBody>
      </p:sp>
      <p:sp>
        <p:nvSpPr>
          <p:cNvPr id="3" name="Content Placeholder 2">
            <a:extLst>
              <a:ext uri="{FF2B5EF4-FFF2-40B4-BE49-F238E27FC236}">
                <a16:creationId xmlns:a16="http://schemas.microsoft.com/office/drawing/2014/main" id="{9E4F2404-A43F-89AD-B719-7EDFB3BB0983}"/>
              </a:ext>
            </a:extLst>
          </p:cNvPr>
          <p:cNvSpPr>
            <a:spLocks noGrp="1"/>
          </p:cNvSpPr>
          <p:nvPr>
            <p:ph idx="1"/>
          </p:nvPr>
        </p:nvSpPr>
        <p:spPr/>
        <p:txBody>
          <a:bodyPr>
            <a:normAutofit lnSpcReduction="10000"/>
          </a:bodyPr>
          <a:lstStyle/>
          <a:p>
            <a:pPr>
              <a:buNone/>
            </a:pPr>
            <a:r>
              <a:rPr lang="en-US" b="1"/>
              <a:t>Kỹ thuật Regularization</a:t>
            </a:r>
          </a:p>
          <a:p>
            <a:pPr>
              <a:buNone/>
            </a:pPr>
            <a:r>
              <a:rPr lang="en-US"/>
              <a:t>Regularization giúp tránh overfitting (quá khớp) bằng cách thêm ràng buộc vào trọng số:</a:t>
            </a:r>
          </a:p>
          <a:p>
            <a:pPr>
              <a:buNone/>
            </a:pPr>
            <a:r>
              <a:rPr lang="en-US" b="1"/>
              <a:t>L1 Regularization</a:t>
            </a:r>
          </a:p>
          <a:p>
            <a:r>
              <a:rPr lang="en-US"/>
              <a:t>Thêm tổng giá trị tuyệt đối của trọng số vào hàm mất mát:</a:t>
            </a:r>
          </a:p>
          <a:p>
            <a:r>
              <a:rPr lang="en-US"/>
              <a:t>J_new = J + λ × Σ|w|</a:t>
            </a:r>
          </a:p>
          <a:p>
            <a:pPr>
              <a:buNone/>
            </a:pPr>
            <a:r>
              <a:rPr lang="vi-VN" b="1"/>
              <a:t>L2 Regularization</a:t>
            </a:r>
          </a:p>
          <a:p>
            <a:r>
              <a:rPr lang="vi-VN"/>
              <a:t>Thêm tổng bình phương trọng số vào hàm mất mát:</a:t>
            </a:r>
          </a:p>
          <a:p>
            <a:r>
              <a:rPr lang="en-US"/>
              <a:t>J_new = J + λ × Σw²</a:t>
            </a:r>
          </a:p>
          <a:p>
            <a:r>
              <a:rPr lang="en-US"/>
              <a:t>Trong đó λ là hệ số regularization.</a:t>
            </a:r>
          </a:p>
        </p:txBody>
      </p:sp>
      <p:sp>
        <p:nvSpPr>
          <p:cNvPr id="4" name="Footer Placeholder 3">
            <a:extLst>
              <a:ext uri="{FF2B5EF4-FFF2-40B4-BE49-F238E27FC236}">
                <a16:creationId xmlns:a16="http://schemas.microsoft.com/office/drawing/2014/main" id="{6139BDAC-C4B2-06F9-FB13-65665727E8C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504320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6F575-6686-E7FF-FAAB-7EE28BAAF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CE6BD-98F8-29B1-755D-06843C099EF0}"/>
              </a:ext>
            </a:extLst>
          </p:cNvPr>
          <p:cNvSpPr>
            <a:spLocks noGrp="1"/>
          </p:cNvSpPr>
          <p:nvPr>
            <p:ph type="title"/>
          </p:nvPr>
        </p:nvSpPr>
        <p:spPr/>
        <p:txBody>
          <a:bodyPr/>
          <a:lstStyle/>
          <a:p>
            <a:r>
              <a:rPr lang="vi-VN"/>
              <a:t>Cải thiện mạng nơ-ron cơ bản</a:t>
            </a:r>
            <a:endParaRPr lang="en-US"/>
          </a:p>
        </p:txBody>
      </p:sp>
      <p:sp>
        <p:nvSpPr>
          <p:cNvPr id="3" name="Content Placeholder 2">
            <a:extLst>
              <a:ext uri="{FF2B5EF4-FFF2-40B4-BE49-F238E27FC236}">
                <a16:creationId xmlns:a16="http://schemas.microsoft.com/office/drawing/2014/main" id="{042D399E-8E0A-7E6F-45E4-265FE36D02ED}"/>
              </a:ext>
            </a:extLst>
          </p:cNvPr>
          <p:cNvSpPr>
            <a:spLocks noGrp="1"/>
          </p:cNvSpPr>
          <p:nvPr>
            <p:ph idx="1"/>
          </p:nvPr>
        </p:nvSpPr>
        <p:spPr/>
        <p:txBody>
          <a:bodyPr>
            <a:normAutofit/>
          </a:bodyPr>
          <a:lstStyle/>
          <a:p>
            <a:pPr>
              <a:buNone/>
            </a:pPr>
            <a:r>
              <a:rPr lang="en-US" b="1"/>
              <a:t>Dropout</a:t>
            </a:r>
          </a:p>
          <a:p>
            <a:pPr>
              <a:buNone/>
            </a:pPr>
            <a:r>
              <a:rPr lang="vi-VN"/>
              <a:t>Dropout là kỹ thuật ngẫu nhiên tắt một số nơ-ron trong quá trình huấn luyện, giúp:</a:t>
            </a:r>
          </a:p>
          <a:p>
            <a:pPr>
              <a:buFont typeface="Arial" panose="020B0604020202020204" pitchFamily="34" charset="0"/>
              <a:buChar char="•"/>
            </a:pPr>
            <a:r>
              <a:rPr lang="vi-VN"/>
              <a:t>Tránh overfitting</a:t>
            </a:r>
          </a:p>
          <a:p>
            <a:pPr>
              <a:buFont typeface="Arial" panose="020B0604020202020204" pitchFamily="34" charset="0"/>
              <a:buChar char="•"/>
            </a:pPr>
            <a:r>
              <a:rPr lang="vi-VN"/>
              <a:t>Tạo ra mạng "robust" hơn, không phụ thuộc vào nơ-ron cụ thể</a:t>
            </a:r>
          </a:p>
          <a:p>
            <a:pPr>
              <a:buNone/>
            </a:pPr>
            <a:endParaRPr lang="en-US"/>
          </a:p>
        </p:txBody>
      </p:sp>
      <p:sp>
        <p:nvSpPr>
          <p:cNvPr id="4" name="Footer Placeholder 3">
            <a:extLst>
              <a:ext uri="{FF2B5EF4-FFF2-40B4-BE49-F238E27FC236}">
                <a16:creationId xmlns:a16="http://schemas.microsoft.com/office/drawing/2014/main" id="{366C50B9-2EAF-A1D2-F042-A81E9F0119F0}"/>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1929BCD6-E2D1-541A-E2E7-8AE9612648AC}"/>
              </a:ext>
            </a:extLst>
          </p:cNvPr>
          <p:cNvPicPr>
            <a:picLocks noChangeAspect="1"/>
          </p:cNvPicPr>
          <p:nvPr/>
        </p:nvPicPr>
        <p:blipFill>
          <a:blip r:embed="rId2"/>
          <a:stretch>
            <a:fillRect/>
          </a:stretch>
        </p:blipFill>
        <p:spPr>
          <a:xfrm>
            <a:off x="22859" y="4267200"/>
            <a:ext cx="9144000" cy="982413"/>
          </a:xfrm>
          <a:prstGeom prst="rect">
            <a:avLst/>
          </a:prstGeom>
        </p:spPr>
      </p:pic>
    </p:spTree>
    <p:extLst>
      <p:ext uri="{BB962C8B-B14F-4D97-AF65-F5344CB8AC3E}">
        <p14:creationId xmlns:p14="http://schemas.microsoft.com/office/powerpoint/2010/main" val="1414010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9B84-349B-4E1E-867A-3FF075F8BA47}"/>
              </a:ext>
            </a:extLst>
          </p:cNvPr>
          <p:cNvSpPr>
            <a:spLocks noGrp="1"/>
          </p:cNvSpPr>
          <p:nvPr>
            <p:ph type="title"/>
          </p:nvPr>
        </p:nvSpPr>
        <p:spPr/>
        <p:txBody>
          <a:bodyPr/>
          <a:lstStyle/>
          <a:p>
            <a:r>
              <a:rPr lang="vi-VN"/>
              <a:t>Cải thiện mạng nơ-ron cơ bản</a:t>
            </a:r>
            <a:endParaRPr lang="en-US"/>
          </a:p>
        </p:txBody>
      </p:sp>
      <p:sp>
        <p:nvSpPr>
          <p:cNvPr id="3" name="Content Placeholder 2">
            <a:extLst>
              <a:ext uri="{FF2B5EF4-FFF2-40B4-BE49-F238E27FC236}">
                <a16:creationId xmlns:a16="http://schemas.microsoft.com/office/drawing/2014/main" id="{2DC8A974-103D-E91B-455D-F69C6BE056E8}"/>
              </a:ext>
            </a:extLst>
          </p:cNvPr>
          <p:cNvSpPr>
            <a:spLocks noGrp="1"/>
          </p:cNvSpPr>
          <p:nvPr>
            <p:ph idx="1"/>
          </p:nvPr>
        </p:nvSpPr>
        <p:spPr/>
        <p:txBody>
          <a:bodyPr/>
          <a:lstStyle/>
          <a:p>
            <a:r>
              <a:rPr lang="en-US"/>
              <a:t>Batch Normalization</a:t>
            </a:r>
          </a:p>
          <a:p>
            <a:pPr>
              <a:buNone/>
            </a:pPr>
            <a:r>
              <a:rPr lang="vi-VN"/>
              <a:t>Batch Normalization chuẩn hóa đầu vào của mỗi lớp, giúp:</a:t>
            </a:r>
          </a:p>
          <a:p>
            <a:pPr>
              <a:buFont typeface="Arial" panose="020B0604020202020204" pitchFamily="34" charset="0"/>
              <a:buChar char="•"/>
            </a:pPr>
            <a:r>
              <a:rPr lang="vi-VN"/>
              <a:t>Tăng tốc độ hội tụ</a:t>
            </a:r>
          </a:p>
          <a:p>
            <a:pPr>
              <a:buFont typeface="Arial" panose="020B0604020202020204" pitchFamily="34" charset="0"/>
              <a:buChar char="•"/>
            </a:pPr>
            <a:r>
              <a:rPr lang="vi-VN"/>
              <a:t>Giảm sự phụ thuộc vào khởi tạo trọng số</a:t>
            </a:r>
          </a:p>
          <a:p>
            <a:pPr>
              <a:buFont typeface="Arial" panose="020B0604020202020204" pitchFamily="34" charset="0"/>
              <a:buChar char="•"/>
            </a:pPr>
            <a:r>
              <a:rPr lang="vi-VN"/>
              <a:t>Cho phép sử dụng learning rate lớn hơn</a:t>
            </a:r>
          </a:p>
          <a:p>
            <a:endParaRPr lang="en-US"/>
          </a:p>
        </p:txBody>
      </p:sp>
      <p:sp>
        <p:nvSpPr>
          <p:cNvPr id="4" name="Footer Placeholder 3">
            <a:extLst>
              <a:ext uri="{FF2B5EF4-FFF2-40B4-BE49-F238E27FC236}">
                <a16:creationId xmlns:a16="http://schemas.microsoft.com/office/drawing/2014/main" id="{73E93AC9-AF20-2AE2-A84B-D08A09F3D56C}"/>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0A4307EE-B9BB-2B16-8F0E-652433A3F20B}"/>
              </a:ext>
            </a:extLst>
          </p:cNvPr>
          <p:cNvPicPr>
            <a:picLocks noChangeAspect="1"/>
          </p:cNvPicPr>
          <p:nvPr/>
        </p:nvPicPr>
        <p:blipFill>
          <a:blip r:embed="rId2"/>
          <a:stretch>
            <a:fillRect/>
          </a:stretch>
        </p:blipFill>
        <p:spPr>
          <a:xfrm>
            <a:off x="155064" y="4402159"/>
            <a:ext cx="8211696" cy="1571844"/>
          </a:xfrm>
          <a:prstGeom prst="rect">
            <a:avLst/>
          </a:prstGeom>
        </p:spPr>
      </p:pic>
    </p:spTree>
    <p:extLst>
      <p:ext uri="{BB962C8B-B14F-4D97-AF65-F5344CB8AC3E}">
        <p14:creationId xmlns:p14="http://schemas.microsoft.com/office/powerpoint/2010/main" val="685476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EB42-8C9F-78D0-4F66-6E577D870137}"/>
              </a:ext>
            </a:extLst>
          </p:cNvPr>
          <p:cNvSpPr>
            <a:spLocks noGrp="1"/>
          </p:cNvSpPr>
          <p:nvPr>
            <p:ph type="title"/>
          </p:nvPr>
        </p:nvSpPr>
        <p:spPr/>
        <p:txBody>
          <a:bodyPr/>
          <a:lstStyle/>
          <a:p>
            <a:r>
              <a:rPr lang="en-US"/>
              <a:t>Ứng dụng</a:t>
            </a:r>
          </a:p>
        </p:txBody>
      </p:sp>
      <p:sp>
        <p:nvSpPr>
          <p:cNvPr id="3" name="Content Placeholder 2">
            <a:extLst>
              <a:ext uri="{FF2B5EF4-FFF2-40B4-BE49-F238E27FC236}">
                <a16:creationId xmlns:a16="http://schemas.microsoft.com/office/drawing/2014/main" id="{0AC074B3-D67E-5BB1-2A2F-B21AD4E3D9E4}"/>
              </a:ext>
            </a:extLst>
          </p:cNvPr>
          <p:cNvSpPr>
            <a:spLocks noGrp="1"/>
          </p:cNvSpPr>
          <p:nvPr>
            <p:ph idx="1"/>
          </p:nvPr>
        </p:nvSpPr>
        <p:spPr/>
        <p:txBody>
          <a:bodyPr/>
          <a:lstStyle/>
          <a:p>
            <a:r>
              <a:rPr lang="en-US"/>
              <a:t>Ứng dụng mạng NN trong phân lớp ảnh</a:t>
            </a:r>
          </a:p>
          <a:p>
            <a:r>
              <a:rPr lang="en-US"/>
              <a:t>Ứng dụng mạng NN trong bài toán hồi quy</a:t>
            </a:r>
          </a:p>
        </p:txBody>
      </p:sp>
      <p:sp>
        <p:nvSpPr>
          <p:cNvPr id="4" name="Footer Placeholder 3">
            <a:extLst>
              <a:ext uri="{FF2B5EF4-FFF2-40B4-BE49-F238E27FC236}">
                <a16:creationId xmlns:a16="http://schemas.microsoft.com/office/drawing/2014/main" id="{F514D1D2-7E89-831B-1156-D1EED5E1368D}"/>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123643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CAB51-582B-F408-91CE-3DE13363EB3A}"/>
              </a:ext>
            </a:extLst>
          </p:cNvPr>
          <p:cNvSpPr>
            <a:spLocks noGrp="1"/>
          </p:cNvSpPr>
          <p:nvPr>
            <p:ph type="title"/>
          </p:nvPr>
        </p:nvSpPr>
        <p:spPr/>
        <p:txBody>
          <a:bodyPr>
            <a:normAutofit/>
          </a:bodyPr>
          <a:lstStyle/>
          <a:p>
            <a:r>
              <a:rPr lang="vi-VN" b="1"/>
              <a:t>Bài thực hành 1: Nhận dạng chữ số viết tay với MNIST</a:t>
            </a:r>
            <a:endParaRPr lang="en-US"/>
          </a:p>
        </p:txBody>
      </p:sp>
      <p:sp>
        <p:nvSpPr>
          <p:cNvPr id="3" name="Content Placeholder 2">
            <a:extLst>
              <a:ext uri="{FF2B5EF4-FFF2-40B4-BE49-F238E27FC236}">
                <a16:creationId xmlns:a16="http://schemas.microsoft.com/office/drawing/2014/main" id="{86044550-B405-D513-BBFB-A76D23C3F3D1}"/>
              </a:ext>
            </a:extLst>
          </p:cNvPr>
          <p:cNvSpPr>
            <a:spLocks noGrp="1"/>
          </p:cNvSpPr>
          <p:nvPr>
            <p:ph idx="1"/>
          </p:nvPr>
        </p:nvSpPr>
        <p:spPr/>
        <p:txBody>
          <a:bodyPr>
            <a:normAutofit/>
          </a:bodyPr>
          <a:lstStyle/>
          <a:p>
            <a:pPr>
              <a:buNone/>
            </a:pPr>
            <a:r>
              <a:rPr lang="vi-VN"/>
              <a:t>Bài thực hành này hướng dẫn xây dựng một mạng nơ-ron để nhận dạng chữ số viết tay từ bộ dữ liệu MNIST. Mã nguồn bao gồm:</a:t>
            </a:r>
          </a:p>
          <a:p>
            <a:pPr>
              <a:buFont typeface="Arial" panose="020B0604020202020204" pitchFamily="34" charset="0"/>
              <a:buChar char="•"/>
            </a:pPr>
            <a:r>
              <a:rPr lang="vi-VN" b="1"/>
              <a:t>Tải và khám phá dữ liệu MNIST</a:t>
            </a:r>
            <a:r>
              <a:rPr lang="vi-VN"/>
              <a:t>: 70.000 hình ảnh chữ số viết tay (60.000 mẫu huấn luyện, 10.000 mẫu kiểm tra)</a:t>
            </a:r>
          </a:p>
          <a:p>
            <a:pPr>
              <a:buFont typeface="Arial" panose="020B0604020202020204" pitchFamily="34" charset="0"/>
              <a:buChar char="•"/>
            </a:pPr>
            <a:r>
              <a:rPr lang="vi-VN" b="1"/>
              <a:t>Tiền xử lý dữ liệu</a:t>
            </a:r>
            <a:r>
              <a:rPr lang="vi-VN"/>
              <a:t>: Chuẩn hóa pixel về khoảng [0,1], chuyển đổi nhãn sang one-hot encoding</a:t>
            </a:r>
          </a:p>
          <a:p>
            <a:pPr>
              <a:buFont typeface="Arial" panose="020B0604020202020204" pitchFamily="34" charset="0"/>
              <a:buChar char="•"/>
            </a:pPr>
            <a:r>
              <a:rPr lang="vi-VN" b="1"/>
              <a:t>Xây dựng mô hình</a:t>
            </a:r>
            <a:r>
              <a:rPr lang="vi-VN"/>
              <a:t>: Mạng nơ-ron với một lớp ẩn 128 nơ-ron</a:t>
            </a:r>
          </a:p>
          <a:p>
            <a:pPr>
              <a:buFont typeface="Arial" panose="020B0604020202020204" pitchFamily="34" charset="0"/>
              <a:buChar char="•"/>
            </a:pPr>
            <a:r>
              <a:rPr lang="vi-VN" b="1"/>
              <a:t>Huấn luyện và đánh giá</a:t>
            </a:r>
            <a:r>
              <a:rPr lang="vi-VN"/>
              <a:t>: Theo dõi quá trình huấn luyện và đánh giá độ chính xác</a:t>
            </a:r>
          </a:p>
          <a:p>
            <a:pPr>
              <a:buFont typeface="Arial" panose="020B0604020202020204" pitchFamily="34" charset="0"/>
              <a:buChar char="•"/>
            </a:pPr>
            <a:r>
              <a:rPr lang="vi-VN" b="1"/>
              <a:t>Trực quan hóa kết quả</a:t>
            </a:r>
            <a:r>
              <a:rPr lang="vi-VN"/>
              <a:t>: Hiển thị dự đoán và ma trận nhầm lẫn</a:t>
            </a:r>
          </a:p>
          <a:p>
            <a:endParaRPr lang="en-US"/>
          </a:p>
        </p:txBody>
      </p:sp>
      <p:sp>
        <p:nvSpPr>
          <p:cNvPr id="4" name="Footer Placeholder 3">
            <a:extLst>
              <a:ext uri="{FF2B5EF4-FFF2-40B4-BE49-F238E27FC236}">
                <a16:creationId xmlns:a16="http://schemas.microsoft.com/office/drawing/2014/main" id="{AEF8FDC1-1E6E-0FA6-8546-64BCBFDF439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2416802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4F93-9AA0-F47E-7DAA-EC1DE0EE7E8E}"/>
              </a:ext>
            </a:extLst>
          </p:cNvPr>
          <p:cNvSpPr>
            <a:spLocks noGrp="1"/>
          </p:cNvSpPr>
          <p:nvPr>
            <p:ph type="title"/>
          </p:nvPr>
        </p:nvSpPr>
        <p:spPr/>
        <p:txBody>
          <a:bodyPr/>
          <a:lstStyle/>
          <a:p>
            <a:r>
              <a:rPr lang="vi-VN"/>
              <a:t>Bài thực hành 2: Dự đoán giá nhà với Mạng nơ-ron</a:t>
            </a:r>
            <a:endParaRPr lang="en-US"/>
          </a:p>
        </p:txBody>
      </p:sp>
      <p:sp>
        <p:nvSpPr>
          <p:cNvPr id="3" name="Content Placeholder 2">
            <a:extLst>
              <a:ext uri="{FF2B5EF4-FFF2-40B4-BE49-F238E27FC236}">
                <a16:creationId xmlns:a16="http://schemas.microsoft.com/office/drawing/2014/main" id="{70FFB961-1A30-935C-16B6-74C107EDAE9A}"/>
              </a:ext>
            </a:extLst>
          </p:cNvPr>
          <p:cNvSpPr>
            <a:spLocks noGrp="1"/>
          </p:cNvSpPr>
          <p:nvPr>
            <p:ph idx="1"/>
          </p:nvPr>
        </p:nvSpPr>
        <p:spPr/>
        <p:txBody>
          <a:bodyPr>
            <a:normAutofit fontScale="92500" lnSpcReduction="20000"/>
          </a:bodyPr>
          <a:lstStyle/>
          <a:p>
            <a:pPr>
              <a:buNone/>
            </a:pPr>
            <a:r>
              <a:rPr lang="vi-VN"/>
              <a:t>Bài thực hành này hướng dẫn xây dựng mạng nơ-ron để giải quyết bài toán hồi quy - dự đoán giá nhà dựa trên bộ dữ liệu California Housing. Mã nguồn bao gồm:</a:t>
            </a:r>
          </a:p>
          <a:p>
            <a:pPr>
              <a:buFont typeface="Arial" panose="020B0604020202020204" pitchFamily="34" charset="0"/>
              <a:buChar char="•"/>
            </a:pPr>
            <a:r>
              <a:rPr lang="vi-VN" b="1"/>
              <a:t>Tải và khám phá dữ liệu</a:t>
            </a:r>
            <a:r>
              <a:rPr lang="vi-VN"/>
              <a:t>: Sử dụng bộ dữ liệu California Housing từ scikit-learn</a:t>
            </a:r>
          </a:p>
          <a:p>
            <a:pPr>
              <a:buFont typeface="Arial" panose="020B0604020202020204" pitchFamily="34" charset="0"/>
              <a:buChar char="•"/>
            </a:pPr>
            <a:r>
              <a:rPr lang="vi-VN" b="1"/>
              <a:t>Phân tích dữ liệu (EDA)</a:t>
            </a:r>
            <a:r>
              <a:rPr lang="vi-VN"/>
              <a:t>: Phân tích mối tương quan giữa các đặc trưng và giá nhà</a:t>
            </a:r>
          </a:p>
          <a:p>
            <a:pPr>
              <a:buFont typeface="Arial" panose="020B0604020202020204" pitchFamily="34" charset="0"/>
              <a:buChar char="•"/>
            </a:pPr>
            <a:r>
              <a:rPr lang="vi-VN" b="1"/>
              <a:t>Tiền xử lý dữ liệu</a:t>
            </a:r>
            <a:r>
              <a:rPr lang="vi-VN"/>
              <a:t>: Chuẩn hóa đặc trưng bằng StandardScaler</a:t>
            </a:r>
          </a:p>
          <a:p>
            <a:pPr>
              <a:buFont typeface="Arial" panose="020B0604020202020204" pitchFamily="34" charset="0"/>
              <a:buChar char="•"/>
            </a:pPr>
            <a:r>
              <a:rPr lang="vi-VN" b="1"/>
              <a:t>Xây dựng mô hình</a:t>
            </a:r>
            <a:r>
              <a:rPr lang="vi-VN"/>
              <a:t>: Mạng nơ-ron với hai lớp ẩn (64 nơ-ron mỗi lớp)</a:t>
            </a:r>
          </a:p>
          <a:p>
            <a:pPr>
              <a:buFont typeface="Arial" panose="020B0604020202020204" pitchFamily="34" charset="0"/>
              <a:buChar char="•"/>
            </a:pPr>
            <a:r>
              <a:rPr lang="vi-VN" b="1"/>
              <a:t>Huấn luyện và đánh giá</a:t>
            </a:r>
            <a:r>
              <a:rPr lang="vi-VN"/>
              <a:t>: Huấn luyện mô hình và đánh giá bằng các chỉ số MSE, RMSE, MAE và R²</a:t>
            </a:r>
          </a:p>
          <a:p>
            <a:pPr>
              <a:buFont typeface="Arial" panose="020B0604020202020204" pitchFamily="34" charset="0"/>
              <a:buChar char="•"/>
            </a:pPr>
            <a:r>
              <a:rPr lang="vi-VN" b="1"/>
              <a:t>Cải thiện mô hình</a:t>
            </a:r>
            <a:r>
              <a:rPr lang="vi-VN"/>
              <a:t>: Thử nghiệm kiến trúc phức tạp hơn và so sánh hiệu suất</a:t>
            </a:r>
          </a:p>
          <a:p>
            <a:endParaRPr lang="en-US"/>
          </a:p>
        </p:txBody>
      </p:sp>
      <p:sp>
        <p:nvSpPr>
          <p:cNvPr id="4" name="Footer Placeholder 3">
            <a:extLst>
              <a:ext uri="{FF2B5EF4-FFF2-40B4-BE49-F238E27FC236}">
                <a16:creationId xmlns:a16="http://schemas.microsoft.com/office/drawing/2014/main" id="{734F1C3D-1763-87D1-3518-1A0018C04A4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068307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1065</TotalTime>
  <Words>3694</Words>
  <Application>Microsoft Office PowerPoint</Application>
  <PresentationFormat>On-screen Show (4:3)</PresentationFormat>
  <Paragraphs>272</Paragraphs>
  <Slides>35</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Aptos</vt:lpstr>
      <vt:lpstr>Arial</vt:lpstr>
      <vt:lpstr>Calibri</vt:lpstr>
      <vt:lpstr>Calibri Light</vt:lpstr>
      <vt:lpstr>CMR10</vt:lpstr>
      <vt:lpstr>CMSY10</vt:lpstr>
      <vt:lpstr>NimbusRomNo9L-Regu</vt:lpstr>
      <vt:lpstr>NimbusRomNo9L-ReguItal</vt:lpstr>
      <vt:lpstr>StandardSymL-Slant_167</vt:lpstr>
      <vt:lpstr>VnNimbusRomanNo9L</vt:lpstr>
      <vt:lpstr>Retrospect</vt:lpstr>
      <vt:lpstr>HỌC SÂU</vt:lpstr>
      <vt:lpstr>Neural network là gì?</vt:lpstr>
      <vt:lpstr>PowerPoint Presentation</vt:lpstr>
      <vt:lpstr>Mô hình neural network</vt:lpstr>
      <vt:lpstr>Mô hình neural network</vt:lpstr>
      <vt:lpstr>Mô hình neural network</vt:lpstr>
      <vt:lpstr>Mô hình tổng quát</vt:lpstr>
      <vt:lpstr>Mô hình tổng quát</vt:lpstr>
      <vt:lpstr>Kí hiệu</vt:lpstr>
      <vt:lpstr>Hàm kích hoạt</vt:lpstr>
      <vt:lpstr>PowerPoint Presentation</vt:lpstr>
      <vt:lpstr>Quá trình học của mạng nơ-ron</vt:lpstr>
      <vt:lpstr>Quá trình học của mạng nơ-ron</vt:lpstr>
      <vt:lpstr>Quá trình học của mạng nơ-ron</vt:lpstr>
      <vt:lpstr>Quá trình học của mạng nơ-ron</vt:lpstr>
      <vt:lpstr>Quá trình học của mạng nơ-ron</vt:lpstr>
      <vt:lpstr>Quá trình học của mạng nơ-ron</vt:lpstr>
      <vt:lpstr>PowerPoint Presentation</vt:lpstr>
      <vt:lpstr>PowerPoint Presentation</vt:lpstr>
      <vt:lpstr>PowerPoint Presentation</vt:lpstr>
      <vt:lpstr>PowerPoint Presentation</vt:lpstr>
      <vt:lpstr>Ví dụ Python</vt:lpstr>
      <vt:lpstr>PowerPoint Presentation</vt:lpstr>
      <vt:lpstr>PowerPoint Presentation</vt:lpstr>
      <vt:lpstr>PowerPoint Presentation</vt:lpstr>
      <vt:lpstr>Ví dụ R</vt:lpstr>
      <vt:lpstr>PowerPoint Presentation</vt:lpstr>
      <vt:lpstr>PowerPoint Presentation</vt:lpstr>
      <vt:lpstr>PowerPoint Presentation</vt:lpstr>
      <vt:lpstr>Cải thiện mạng nơ-ron cơ bản</vt:lpstr>
      <vt:lpstr>Cải thiện mạng nơ-ron cơ bản</vt:lpstr>
      <vt:lpstr>Cải thiện mạng nơ-ron cơ bản</vt:lpstr>
      <vt:lpstr>Ứng dụng</vt:lpstr>
      <vt:lpstr>Bài thực hành 1: Nhận dạng chữ số viết tay với MNIST</vt:lpstr>
      <vt:lpstr>Bài thực hành 2: Dự đoán giá nhà với Mạng nơ-ron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Nhat Tung</dc:creator>
  <cp:lastModifiedBy>Le Nhat Tung</cp:lastModifiedBy>
  <cp:revision>103</cp:revision>
  <dcterms:created xsi:type="dcterms:W3CDTF">2025-02-15T00:36:04Z</dcterms:created>
  <dcterms:modified xsi:type="dcterms:W3CDTF">2026-03-27T03:11:46Z</dcterms:modified>
</cp:coreProperties>
</file>